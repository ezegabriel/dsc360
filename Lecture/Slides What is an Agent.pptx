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4" r:id="rId3"/>
    <p:sldId id="285" r:id="rId4"/>
    <p:sldId id="283" r:id="rId5"/>
    <p:sldId id="258" r:id="rId6"/>
    <p:sldId id="259" r:id="rId7"/>
    <p:sldId id="293" r:id="rId8"/>
    <p:sldId id="290" r:id="rId9"/>
    <p:sldId id="276" r:id="rId10"/>
    <p:sldId id="262" r:id="rId11"/>
    <p:sldId id="263" r:id="rId12"/>
    <p:sldId id="277" r:id="rId13"/>
    <p:sldId id="264" r:id="rId14"/>
    <p:sldId id="291" r:id="rId15"/>
    <p:sldId id="265" r:id="rId16"/>
    <p:sldId id="287" r:id="rId17"/>
    <p:sldId id="292" r:id="rId18"/>
    <p:sldId id="288" r:id="rId19"/>
    <p:sldId id="289" r:id="rId20"/>
    <p:sldId id="26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23990-DBE6-5D49-8198-14D43AB31F61}" v="179" dt="2025-10-29T15:01:38.4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52"/>
  </p:normalViewPr>
  <p:slideViewPr>
    <p:cSldViewPr snapToGrid="0" snapToObjects="1">
      <p:cViewPr varScale="1">
        <p:scale>
          <a:sx n="96" d="100"/>
          <a:sy n="96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undo redo custSel addSld delSld modSld">
      <pc:chgData name="Thomas E. Allen" userId="fac1e450-38fb-4bf3-b565-8fec8795d0e7" providerId="ADAL" clId="{7E3A5CB4-CCF8-5D69-894C-14E127D6541A}" dt="2025-10-29T15:01:38.490" v="736" actId="207"/>
      <pc:docMkLst>
        <pc:docMk/>
      </pc:docMkLst>
      <pc:sldChg chg="modSp mod">
        <pc:chgData name="Thomas E. Allen" userId="fac1e450-38fb-4bf3-b565-8fec8795d0e7" providerId="ADAL" clId="{7E3A5CB4-CCF8-5D69-894C-14E127D6541A}" dt="2025-10-29T13:46:55.509" v="234" actId="1076"/>
        <pc:sldMkLst>
          <pc:docMk/>
          <pc:sldMk cId="1440203645" sldId="256"/>
        </pc:sldMkLst>
        <pc:spChg chg="mod">
          <ac:chgData name="Thomas E. Allen" userId="fac1e450-38fb-4bf3-b565-8fec8795d0e7" providerId="ADAL" clId="{7E3A5CB4-CCF8-5D69-894C-14E127D6541A}" dt="2025-10-29T13:46:22.419" v="210" actId="404"/>
          <ac:spMkLst>
            <pc:docMk/>
            <pc:sldMk cId="1440203645" sldId="256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3:46:55.509" v="234" actId="1076"/>
          <ac:spMkLst>
            <pc:docMk/>
            <pc:sldMk cId="1440203645" sldId="256"/>
            <ac:spMk id="3" creationId="{00000000-0000-0000-0000-000000000000}"/>
          </ac:spMkLst>
        </pc:spChg>
      </pc:sldChg>
      <pc:sldChg chg="del">
        <pc:chgData name="Thomas E. Allen" userId="fac1e450-38fb-4bf3-b565-8fec8795d0e7" providerId="ADAL" clId="{7E3A5CB4-CCF8-5D69-894C-14E127D6541A}" dt="2025-10-29T13:36:43.492" v="50" actId="2696"/>
        <pc:sldMkLst>
          <pc:docMk/>
          <pc:sldMk cId="1524622233" sldId="257"/>
        </pc:sldMkLst>
      </pc:sldChg>
      <pc:sldChg chg="modSp mod modAnim">
        <pc:chgData name="Thomas E. Allen" userId="fac1e450-38fb-4bf3-b565-8fec8795d0e7" providerId="ADAL" clId="{7E3A5CB4-CCF8-5D69-894C-14E127D6541A}" dt="2025-10-29T14:10:28.435" v="590" actId="20577"/>
        <pc:sldMkLst>
          <pc:docMk/>
          <pc:sldMk cId="77742904" sldId="258"/>
        </pc:sldMkLst>
        <pc:spChg chg="mod">
          <ac:chgData name="Thomas E. Allen" userId="fac1e450-38fb-4bf3-b565-8fec8795d0e7" providerId="ADAL" clId="{7E3A5CB4-CCF8-5D69-894C-14E127D6541A}" dt="2025-10-29T14:10:28.435" v="590" actId="20577"/>
          <ac:spMkLst>
            <pc:docMk/>
            <pc:sldMk cId="77742904" sldId="258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3:58:38.121" v="475" actId="113"/>
          <ac:spMkLst>
            <pc:docMk/>
            <pc:sldMk cId="77742904" sldId="258"/>
            <ac:spMk id="3" creationId="{00000000-0000-0000-0000-000000000000}"/>
          </ac:spMkLst>
        </pc:spChg>
      </pc:sldChg>
      <pc:sldChg chg="modSp mod modAnim">
        <pc:chgData name="Thomas E. Allen" userId="fac1e450-38fb-4bf3-b565-8fec8795d0e7" providerId="ADAL" clId="{7E3A5CB4-CCF8-5D69-894C-14E127D6541A}" dt="2025-10-29T14:19:27.701" v="730"/>
        <pc:sldMkLst>
          <pc:docMk/>
          <pc:sldMk cId="1903927997" sldId="259"/>
        </pc:sldMkLst>
        <pc:spChg chg="mod">
          <ac:chgData name="Thomas E. Allen" userId="fac1e450-38fb-4bf3-b565-8fec8795d0e7" providerId="ADAL" clId="{7E3A5CB4-CCF8-5D69-894C-14E127D6541A}" dt="2025-10-29T14:14:42.712" v="691" actId="20577"/>
          <ac:spMkLst>
            <pc:docMk/>
            <pc:sldMk cId="1903927997" sldId="259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4:13:22.411" v="642" actId="20577"/>
          <ac:spMkLst>
            <pc:docMk/>
            <pc:sldMk cId="1903927997" sldId="259"/>
            <ac:spMk id="3" creationId="{00000000-0000-0000-0000-000000000000}"/>
          </ac:spMkLst>
        </pc:spChg>
      </pc:sldChg>
      <pc:sldChg chg="del mod modShow">
        <pc:chgData name="Thomas E. Allen" userId="fac1e450-38fb-4bf3-b565-8fec8795d0e7" providerId="ADAL" clId="{7E3A5CB4-CCF8-5D69-894C-14E127D6541A}" dt="2025-10-29T14:09:23.318" v="588" actId="2696"/>
        <pc:sldMkLst>
          <pc:docMk/>
          <pc:sldMk cId="2003398525" sldId="260"/>
        </pc:sldMkLst>
      </pc:sldChg>
      <pc:sldChg chg="modSp del mod modAnim">
        <pc:chgData name="Thomas E. Allen" userId="fac1e450-38fb-4bf3-b565-8fec8795d0e7" providerId="ADAL" clId="{7E3A5CB4-CCF8-5D69-894C-14E127D6541A}" dt="2025-10-29T14:16:13.127" v="716" actId="2696"/>
        <pc:sldMkLst>
          <pc:docMk/>
          <pc:sldMk cId="918922868" sldId="261"/>
        </pc:sldMkLst>
        <pc:spChg chg="mod">
          <ac:chgData name="Thomas E. Allen" userId="fac1e450-38fb-4bf3-b565-8fec8795d0e7" providerId="ADAL" clId="{7E3A5CB4-CCF8-5D69-894C-14E127D6541A}" dt="2025-10-29T14:15:48.332" v="712" actId="20577"/>
          <ac:spMkLst>
            <pc:docMk/>
            <pc:sldMk cId="918922868" sldId="261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4:02:15.325" v="508" actId="20577"/>
          <ac:spMkLst>
            <pc:docMk/>
            <pc:sldMk cId="918922868" sldId="261"/>
            <ac:spMk id="3" creationId="{00000000-0000-0000-0000-000000000000}"/>
          </ac:spMkLst>
        </pc:spChg>
      </pc:sldChg>
      <pc:sldChg chg="modSp mod">
        <pc:chgData name="Thomas E. Allen" userId="fac1e450-38fb-4bf3-b565-8fec8795d0e7" providerId="ADAL" clId="{7E3A5CB4-CCF8-5D69-894C-14E127D6541A}" dt="2025-10-29T15:01:38.490" v="736" actId="207"/>
        <pc:sldMkLst>
          <pc:docMk/>
          <pc:sldMk cId="752057791" sldId="262"/>
        </pc:sldMkLst>
        <pc:spChg chg="mod">
          <ac:chgData name="Thomas E. Allen" userId="fac1e450-38fb-4bf3-b565-8fec8795d0e7" providerId="ADAL" clId="{7E3A5CB4-CCF8-5D69-894C-14E127D6541A}" dt="2025-10-29T15:01:25.153" v="735" actId="20577"/>
          <ac:spMkLst>
            <pc:docMk/>
            <pc:sldMk cId="752057791" sldId="262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5:01:38.490" v="736" actId="207"/>
          <ac:spMkLst>
            <pc:docMk/>
            <pc:sldMk cId="752057791" sldId="262"/>
            <ac:spMk id="3" creationId="{00000000-0000-0000-0000-000000000000}"/>
          </ac:spMkLst>
        </pc:spChg>
      </pc:sldChg>
      <pc:sldChg chg="modSp mod modAnim">
        <pc:chgData name="Thomas E. Allen" userId="fac1e450-38fb-4bf3-b565-8fec8795d0e7" providerId="ADAL" clId="{7E3A5CB4-CCF8-5D69-894C-14E127D6541A}" dt="2025-10-29T14:18:55.031" v="727" actId="207"/>
        <pc:sldMkLst>
          <pc:docMk/>
          <pc:sldMk cId="1560404053" sldId="263"/>
        </pc:sldMkLst>
        <pc:spChg chg="mod">
          <ac:chgData name="Thomas E. Allen" userId="fac1e450-38fb-4bf3-b565-8fec8795d0e7" providerId="ADAL" clId="{7E3A5CB4-CCF8-5D69-894C-14E127D6541A}" dt="2025-10-29T14:04:22.562" v="519" actId="20577"/>
          <ac:spMkLst>
            <pc:docMk/>
            <pc:sldMk cId="1560404053" sldId="263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4:18:55.031" v="727" actId="207"/>
          <ac:spMkLst>
            <pc:docMk/>
            <pc:sldMk cId="1560404053" sldId="263"/>
            <ac:spMk id="3" creationId="{00000000-0000-0000-0000-000000000000}"/>
          </ac:spMkLst>
        </pc:spChg>
      </pc:sldChg>
      <pc:sldChg chg="modSp mod">
        <pc:chgData name="Thomas E. Allen" userId="fac1e450-38fb-4bf3-b565-8fec8795d0e7" providerId="ADAL" clId="{7E3A5CB4-CCF8-5D69-894C-14E127D6541A}" dt="2025-10-29T14:16:25.321" v="719" actId="20577"/>
        <pc:sldMkLst>
          <pc:docMk/>
          <pc:sldMk cId="820343000" sldId="264"/>
        </pc:sldMkLst>
        <pc:spChg chg="mod">
          <ac:chgData name="Thomas E. Allen" userId="fac1e450-38fb-4bf3-b565-8fec8795d0e7" providerId="ADAL" clId="{7E3A5CB4-CCF8-5D69-894C-14E127D6541A}" dt="2025-10-29T14:16:25.321" v="719" actId="20577"/>
          <ac:spMkLst>
            <pc:docMk/>
            <pc:sldMk cId="820343000" sldId="264"/>
            <ac:spMk id="2" creationId="{00000000-0000-0000-0000-000000000000}"/>
          </ac:spMkLst>
        </pc:spChg>
      </pc:sldChg>
      <pc:sldChg chg="del">
        <pc:chgData name="Thomas E. Allen" userId="fac1e450-38fb-4bf3-b565-8fec8795d0e7" providerId="ADAL" clId="{7E3A5CB4-CCF8-5D69-894C-14E127D6541A}" dt="2025-10-29T14:06:45.233" v="569" actId="2696"/>
        <pc:sldMkLst>
          <pc:docMk/>
          <pc:sldMk cId="960100764" sldId="266"/>
        </pc:sldMkLst>
      </pc:sldChg>
      <pc:sldChg chg="add del">
        <pc:chgData name="Thomas E. Allen" userId="fac1e450-38fb-4bf3-b565-8fec8795d0e7" providerId="ADAL" clId="{7E3A5CB4-CCF8-5D69-894C-14E127D6541A}" dt="2025-10-29T14:16:01.629" v="715" actId="2696"/>
        <pc:sldMkLst>
          <pc:docMk/>
          <pc:sldMk cId="4230807930" sldId="273"/>
        </pc:sldMkLst>
      </pc:sldChg>
      <pc:sldChg chg="del">
        <pc:chgData name="Thomas E. Allen" userId="fac1e450-38fb-4bf3-b565-8fec8795d0e7" providerId="ADAL" clId="{7E3A5CB4-CCF8-5D69-894C-14E127D6541A}" dt="2025-10-29T14:17:30.287" v="720" actId="2696"/>
        <pc:sldMkLst>
          <pc:docMk/>
          <pc:sldMk cId="539763955" sldId="275"/>
        </pc:sldMkLst>
      </pc:sldChg>
      <pc:sldChg chg="modSp mod">
        <pc:chgData name="Thomas E. Allen" userId="fac1e450-38fb-4bf3-b565-8fec8795d0e7" providerId="ADAL" clId="{7E3A5CB4-CCF8-5D69-894C-14E127D6541A}" dt="2025-10-29T14:16:21.531" v="718" actId="20577"/>
        <pc:sldMkLst>
          <pc:docMk/>
          <pc:sldMk cId="295604481" sldId="277"/>
        </pc:sldMkLst>
        <pc:spChg chg="mod">
          <ac:chgData name="Thomas E. Allen" userId="fac1e450-38fb-4bf3-b565-8fec8795d0e7" providerId="ADAL" clId="{7E3A5CB4-CCF8-5D69-894C-14E127D6541A}" dt="2025-10-29T14:16:18.741" v="717" actId="20577"/>
          <ac:spMkLst>
            <pc:docMk/>
            <pc:sldMk cId="295604481" sldId="277"/>
            <ac:spMk id="2" creationId="{00000000-0000-0000-0000-000000000000}"/>
          </ac:spMkLst>
        </pc:spChg>
        <pc:spChg chg="mod">
          <ac:chgData name="Thomas E. Allen" userId="fac1e450-38fb-4bf3-b565-8fec8795d0e7" providerId="ADAL" clId="{7E3A5CB4-CCF8-5D69-894C-14E127D6541A}" dt="2025-10-29T14:16:21.531" v="718" actId="20577"/>
          <ac:spMkLst>
            <pc:docMk/>
            <pc:sldMk cId="295604481" sldId="277"/>
            <ac:spMk id="3" creationId="{00000000-0000-0000-0000-000000000000}"/>
          </ac:spMkLst>
        </pc:spChg>
      </pc:sldChg>
      <pc:sldChg chg="modSp mod">
        <pc:chgData name="Thomas E. Allen" userId="fac1e450-38fb-4bf3-b565-8fec8795d0e7" providerId="ADAL" clId="{7E3A5CB4-CCF8-5D69-894C-14E127D6541A}" dt="2025-10-29T13:38:30.787" v="199" actId="20577"/>
        <pc:sldMkLst>
          <pc:docMk/>
          <pc:sldMk cId="1391929250" sldId="278"/>
        </pc:sldMkLst>
        <pc:spChg chg="mod">
          <ac:chgData name="Thomas E. Allen" userId="fac1e450-38fb-4bf3-b565-8fec8795d0e7" providerId="ADAL" clId="{7E3A5CB4-CCF8-5D69-894C-14E127D6541A}" dt="2025-10-29T13:37:08.712" v="62" actId="20577"/>
          <ac:spMkLst>
            <pc:docMk/>
            <pc:sldMk cId="1391929250" sldId="278"/>
            <ac:spMk id="2" creationId="{A394BE44-BAA9-5C47-9550-0280699DEED5}"/>
          </ac:spMkLst>
        </pc:spChg>
        <pc:spChg chg="mod">
          <ac:chgData name="Thomas E. Allen" userId="fac1e450-38fb-4bf3-b565-8fec8795d0e7" providerId="ADAL" clId="{7E3A5CB4-CCF8-5D69-894C-14E127D6541A}" dt="2025-10-29T13:38:30.787" v="199" actId="20577"/>
          <ac:spMkLst>
            <pc:docMk/>
            <pc:sldMk cId="1391929250" sldId="278"/>
            <ac:spMk id="3" creationId="{74752296-7780-6949-B58C-7A85D3366B64}"/>
          </ac:spMkLst>
        </pc:spChg>
      </pc:sldChg>
      <pc:sldChg chg="del">
        <pc:chgData name="Thomas E. Allen" userId="fac1e450-38fb-4bf3-b565-8fec8795d0e7" providerId="ADAL" clId="{7E3A5CB4-CCF8-5D69-894C-14E127D6541A}" dt="2025-10-29T13:38:34.611" v="200" actId="2696"/>
        <pc:sldMkLst>
          <pc:docMk/>
          <pc:sldMk cId="2055755346" sldId="280"/>
        </pc:sldMkLst>
      </pc:sldChg>
      <pc:sldChg chg="del">
        <pc:chgData name="Thomas E. Allen" userId="fac1e450-38fb-4bf3-b565-8fec8795d0e7" providerId="ADAL" clId="{7E3A5CB4-CCF8-5D69-894C-14E127D6541A}" dt="2025-10-29T13:36:44.196" v="51" actId="2696"/>
        <pc:sldMkLst>
          <pc:docMk/>
          <pc:sldMk cId="1385927222" sldId="281"/>
        </pc:sldMkLst>
      </pc:sldChg>
      <pc:sldChg chg="del">
        <pc:chgData name="Thomas E. Allen" userId="fac1e450-38fb-4bf3-b565-8fec8795d0e7" providerId="ADAL" clId="{7E3A5CB4-CCF8-5D69-894C-14E127D6541A}" dt="2025-10-29T13:36:45.421" v="52" actId="2696"/>
        <pc:sldMkLst>
          <pc:docMk/>
          <pc:sldMk cId="318639934" sldId="282"/>
        </pc:sldMkLst>
      </pc:sldChg>
      <pc:sldChg chg="modSp mod">
        <pc:chgData name="Thomas E. Allen" userId="fac1e450-38fb-4bf3-b565-8fec8795d0e7" providerId="ADAL" clId="{7E3A5CB4-CCF8-5D69-894C-14E127D6541A}" dt="2025-10-29T13:58:48.201" v="488" actId="20577"/>
        <pc:sldMkLst>
          <pc:docMk/>
          <pc:sldMk cId="516122958" sldId="283"/>
        </pc:sldMkLst>
        <pc:spChg chg="mod">
          <ac:chgData name="Thomas E. Allen" userId="fac1e450-38fb-4bf3-b565-8fec8795d0e7" providerId="ADAL" clId="{7E3A5CB4-CCF8-5D69-894C-14E127D6541A}" dt="2025-10-29T13:58:48.201" v="488" actId="20577"/>
          <ac:spMkLst>
            <pc:docMk/>
            <pc:sldMk cId="516122958" sldId="283"/>
            <ac:spMk id="3" creationId="{D920436F-C173-4968-F63D-9FF8EB23B250}"/>
          </ac:spMkLst>
        </pc:spChg>
      </pc:sldChg>
      <pc:sldChg chg="modSp new modAnim">
        <pc:chgData name="Thomas E. Allen" userId="fac1e450-38fb-4bf3-b565-8fec8795d0e7" providerId="ADAL" clId="{7E3A5CB4-CCF8-5D69-894C-14E127D6541A}" dt="2025-10-29T13:49:19.469" v="266"/>
        <pc:sldMkLst>
          <pc:docMk/>
          <pc:sldMk cId="3200330619" sldId="284"/>
        </pc:sldMkLst>
        <pc:spChg chg="mod">
          <ac:chgData name="Thomas E. Allen" userId="fac1e450-38fb-4bf3-b565-8fec8795d0e7" providerId="ADAL" clId="{7E3A5CB4-CCF8-5D69-894C-14E127D6541A}" dt="2025-10-29T13:47:12.064" v="236"/>
          <ac:spMkLst>
            <pc:docMk/>
            <pc:sldMk cId="3200330619" sldId="284"/>
            <ac:spMk id="2" creationId="{C79E7978-B8E4-1618-3CB6-A671EB50F9D1}"/>
          </ac:spMkLst>
        </pc:spChg>
        <pc:spChg chg="mod">
          <ac:chgData name="Thomas E. Allen" userId="fac1e450-38fb-4bf3-b565-8fec8795d0e7" providerId="ADAL" clId="{7E3A5CB4-CCF8-5D69-894C-14E127D6541A}" dt="2025-10-29T13:47:18.085" v="237"/>
          <ac:spMkLst>
            <pc:docMk/>
            <pc:sldMk cId="3200330619" sldId="284"/>
            <ac:spMk id="3" creationId="{491AF036-ED5D-06B7-ED5F-8E4A3F6B1705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9T13:49:06.007" v="265"/>
        <pc:sldMkLst>
          <pc:docMk/>
          <pc:sldMk cId="1466015534" sldId="285"/>
        </pc:sldMkLst>
        <pc:spChg chg="mod">
          <ac:chgData name="Thomas E. Allen" userId="fac1e450-38fb-4bf3-b565-8fec8795d0e7" providerId="ADAL" clId="{7E3A5CB4-CCF8-5D69-894C-14E127D6541A}" dt="2025-10-29T13:47:31.630" v="239"/>
          <ac:spMkLst>
            <pc:docMk/>
            <pc:sldMk cId="1466015534" sldId="285"/>
            <ac:spMk id="2" creationId="{4734C628-2B9B-D6DB-40BB-302A210F0E5A}"/>
          </ac:spMkLst>
        </pc:spChg>
        <pc:spChg chg="mod">
          <ac:chgData name="Thomas E. Allen" userId="fac1e450-38fb-4bf3-b565-8fec8795d0e7" providerId="ADAL" clId="{7E3A5CB4-CCF8-5D69-894C-14E127D6541A}" dt="2025-10-29T13:48:55.298" v="264" actId="20577"/>
          <ac:spMkLst>
            <pc:docMk/>
            <pc:sldMk cId="1466015534" sldId="285"/>
            <ac:spMk id="3" creationId="{AB00A069-D437-9A5F-A0A4-1441C79F7E6F}"/>
          </ac:spMkLst>
        </pc:spChg>
      </pc:sldChg>
      <pc:sldChg chg="del">
        <pc:chgData name="Thomas E. Allen" userId="fac1e450-38fb-4bf3-b565-8fec8795d0e7" providerId="ADAL" clId="{7E3A5CB4-CCF8-5D69-894C-14E127D6541A}" dt="2025-10-29T13:36:46.823" v="53" actId="2696"/>
        <pc:sldMkLst>
          <pc:docMk/>
          <pc:sldMk cId="4159036090" sldId="285"/>
        </pc:sldMkLst>
      </pc:sldChg>
      <pc:sldChg chg="new del">
        <pc:chgData name="Thomas E. Allen" userId="fac1e450-38fb-4bf3-b565-8fec8795d0e7" providerId="ADAL" clId="{7E3A5CB4-CCF8-5D69-894C-14E127D6541A}" dt="2025-10-29T13:55:52.780" v="450" actId="2696"/>
        <pc:sldMkLst>
          <pc:docMk/>
          <pc:sldMk cId="3152155719" sldId="286"/>
        </pc:sldMkLst>
      </pc:sldChg>
      <pc:sldChg chg="modSp new mod">
        <pc:chgData name="Thomas E. Allen" userId="fac1e450-38fb-4bf3-b565-8fec8795d0e7" providerId="ADAL" clId="{7E3A5CB4-CCF8-5D69-894C-14E127D6541A}" dt="2025-10-29T13:50:38.804" v="269" actId="20577"/>
        <pc:sldMkLst>
          <pc:docMk/>
          <pc:sldMk cId="398102689" sldId="287"/>
        </pc:sldMkLst>
        <pc:spChg chg="mod">
          <ac:chgData name="Thomas E. Allen" userId="fac1e450-38fb-4bf3-b565-8fec8795d0e7" providerId="ADAL" clId="{7E3A5CB4-CCF8-5D69-894C-14E127D6541A}" dt="2025-10-29T13:50:38.804" v="269" actId="20577"/>
          <ac:spMkLst>
            <pc:docMk/>
            <pc:sldMk cId="398102689" sldId="287"/>
            <ac:spMk id="2" creationId="{7379EF95-E62D-10D6-144B-A2B7C0A8677B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9T13:53:13.231" v="307"/>
        <pc:sldMkLst>
          <pc:docMk/>
          <pc:sldMk cId="1940698222" sldId="288"/>
        </pc:sldMkLst>
        <pc:spChg chg="mod">
          <ac:chgData name="Thomas E. Allen" userId="fac1e450-38fb-4bf3-b565-8fec8795d0e7" providerId="ADAL" clId="{7E3A5CB4-CCF8-5D69-894C-14E127D6541A}" dt="2025-10-29T13:50:53.745" v="271"/>
          <ac:spMkLst>
            <pc:docMk/>
            <pc:sldMk cId="1940698222" sldId="288"/>
            <ac:spMk id="2" creationId="{ADFE5971-1922-794B-E410-0A7FA395EC11}"/>
          </ac:spMkLst>
        </pc:spChg>
        <pc:spChg chg="mod">
          <ac:chgData name="Thomas E. Allen" userId="fac1e450-38fb-4bf3-b565-8fec8795d0e7" providerId="ADAL" clId="{7E3A5CB4-CCF8-5D69-894C-14E127D6541A}" dt="2025-10-29T13:53:06.736" v="306" actId="20577"/>
          <ac:spMkLst>
            <pc:docMk/>
            <pc:sldMk cId="1940698222" sldId="288"/>
            <ac:spMk id="3" creationId="{1A4BB28B-4A37-D284-CE54-8ABDBA02BACB}"/>
          </ac:spMkLst>
        </pc:spChg>
      </pc:sldChg>
      <pc:sldChg chg="modSp new mod modAnim">
        <pc:chgData name="Thomas E. Allen" userId="fac1e450-38fb-4bf3-b565-8fec8795d0e7" providerId="ADAL" clId="{7E3A5CB4-CCF8-5D69-894C-14E127D6541A}" dt="2025-10-29T13:55:36.210" v="449"/>
        <pc:sldMkLst>
          <pc:docMk/>
          <pc:sldMk cId="1907431980" sldId="289"/>
        </pc:sldMkLst>
        <pc:spChg chg="mod">
          <ac:chgData name="Thomas E. Allen" userId="fac1e450-38fb-4bf3-b565-8fec8795d0e7" providerId="ADAL" clId="{7E3A5CB4-CCF8-5D69-894C-14E127D6541A}" dt="2025-10-29T13:53:37.924" v="309"/>
          <ac:spMkLst>
            <pc:docMk/>
            <pc:sldMk cId="1907431980" sldId="289"/>
            <ac:spMk id="2" creationId="{D42D42DF-6FEB-205E-CC2A-D551C7C2CABC}"/>
          </ac:spMkLst>
        </pc:spChg>
        <pc:spChg chg="mod">
          <ac:chgData name="Thomas E. Allen" userId="fac1e450-38fb-4bf3-b565-8fec8795d0e7" providerId="ADAL" clId="{7E3A5CB4-CCF8-5D69-894C-14E127D6541A}" dt="2025-10-29T13:55:23.082" v="448" actId="20577"/>
          <ac:spMkLst>
            <pc:docMk/>
            <pc:sldMk cId="1907431980" sldId="289"/>
            <ac:spMk id="3" creationId="{CB4A1ECE-AFBD-FD4A-881B-E8F70F95DC4E}"/>
          </ac:spMkLst>
        </pc:spChg>
      </pc:sldChg>
      <pc:sldChg chg="addSp delSp modSp new mod">
        <pc:chgData name="Thomas E. Allen" userId="fac1e450-38fb-4bf3-b565-8fec8795d0e7" providerId="ADAL" clId="{7E3A5CB4-CCF8-5D69-894C-14E127D6541A}" dt="2025-10-29T14:17:47.568" v="721"/>
        <pc:sldMkLst>
          <pc:docMk/>
          <pc:sldMk cId="2705234660" sldId="290"/>
        </pc:sldMkLst>
        <pc:spChg chg="mod">
          <ac:chgData name="Thomas E. Allen" userId="fac1e450-38fb-4bf3-b565-8fec8795d0e7" providerId="ADAL" clId="{7E3A5CB4-CCF8-5D69-894C-14E127D6541A}" dt="2025-10-29T14:17:47.568" v="721"/>
          <ac:spMkLst>
            <pc:docMk/>
            <pc:sldMk cId="2705234660" sldId="290"/>
            <ac:spMk id="2" creationId="{0BBAAF04-2D7C-A0AA-435D-F0E250F74C41}"/>
          </ac:spMkLst>
        </pc:spChg>
        <pc:spChg chg="del">
          <ac:chgData name="Thomas E. Allen" userId="fac1e450-38fb-4bf3-b565-8fec8795d0e7" providerId="ADAL" clId="{7E3A5CB4-CCF8-5D69-894C-14E127D6541A}" dt="2025-10-29T14:00:22.316" v="491" actId="3680"/>
          <ac:spMkLst>
            <pc:docMk/>
            <pc:sldMk cId="2705234660" sldId="290"/>
            <ac:spMk id="3" creationId="{825D270A-3556-714F-DDA4-38C6235CAD03}"/>
          </ac:spMkLst>
        </pc:spChg>
        <pc:graphicFrameChg chg="add mod ord modGraphic">
          <ac:chgData name="Thomas E. Allen" userId="fac1e450-38fb-4bf3-b565-8fec8795d0e7" providerId="ADAL" clId="{7E3A5CB4-CCF8-5D69-894C-14E127D6541A}" dt="2025-10-29T14:00:55.663" v="500" actId="14734"/>
          <ac:graphicFrameMkLst>
            <pc:docMk/>
            <pc:sldMk cId="2705234660" sldId="290"/>
            <ac:graphicFrameMk id="4" creationId="{4BF1517C-FF03-47EC-04E2-412B88061054}"/>
          </ac:graphicFrameMkLst>
        </pc:graphicFrameChg>
        <pc:graphicFrameChg chg="add mod">
          <ac:chgData name="Thomas E. Allen" userId="fac1e450-38fb-4bf3-b565-8fec8795d0e7" providerId="ADAL" clId="{7E3A5CB4-CCF8-5D69-894C-14E127D6541A}" dt="2025-10-29T14:00:29.454" v="492"/>
          <ac:graphicFrameMkLst>
            <pc:docMk/>
            <pc:sldMk cId="2705234660" sldId="290"/>
            <ac:graphicFrameMk id="5" creationId="{5CB2FAEF-8CBE-8575-9633-6995D40418A6}"/>
          </ac:graphicFrameMkLst>
        </pc:graphicFrameChg>
      </pc:sldChg>
      <pc:sldChg chg="addSp delSp modSp new mod">
        <pc:chgData name="Thomas E. Allen" userId="fac1e450-38fb-4bf3-b565-8fec8795d0e7" providerId="ADAL" clId="{7E3A5CB4-CCF8-5D69-894C-14E127D6541A}" dt="2025-10-29T14:06:11.208" v="568"/>
        <pc:sldMkLst>
          <pc:docMk/>
          <pc:sldMk cId="2970537733" sldId="291"/>
        </pc:sldMkLst>
        <pc:spChg chg="mod">
          <ac:chgData name="Thomas E. Allen" userId="fac1e450-38fb-4bf3-b565-8fec8795d0e7" providerId="ADAL" clId="{7E3A5CB4-CCF8-5D69-894C-14E127D6541A}" dt="2025-10-29T14:06:00.172" v="566"/>
          <ac:spMkLst>
            <pc:docMk/>
            <pc:sldMk cId="2970537733" sldId="291"/>
            <ac:spMk id="2" creationId="{FD6F07C5-C3DC-1FF3-D7C1-229F580A1452}"/>
          </ac:spMkLst>
        </pc:spChg>
        <pc:spChg chg="del">
          <ac:chgData name="Thomas E. Allen" userId="fac1e450-38fb-4bf3-b565-8fec8795d0e7" providerId="ADAL" clId="{7E3A5CB4-CCF8-5D69-894C-14E127D6541A}" dt="2025-10-29T14:06:09.488" v="567" actId="3680"/>
          <ac:spMkLst>
            <pc:docMk/>
            <pc:sldMk cId="2970537733" sldId="291"/>
            <ac:spMk id="3" creationId="{B421C549-A44A-5381-B118-34F5F35B5B32}"/>
          </ac:spMkLst>
        </pc:spChg>
        <pc:graphicFrameChg chg="add mod ord modGraphic">
          <ac:chgData name="Thomas E. Allen" userId="fac1e450-38fb-4bf3-b565-8fec8795d0e7" providerId="ADAL" clId="{7E3A5CB4-CCF8-5D69-894C-14E127D6541A}" dt="2025-10-29T14:06:11.208" v="568"/>
          <ac:graphicFrameMkLst>
            <pc:docMk/>
            <pc:sldMk cId="2970537733" sldId="291"/>
            <ac:graphicFrameMk id="4" creationId="{BDE667BD-7943-4190-A506-F46C6FFD92EA}"/>
          </ac:graphicFrameMkLst>
        </pc:graphicFrameChg>
      </pc:sldChg>
      <pc:sldChg chg="add del">
        <pc:chgData name="Thomas E. Allen" userId="fac1e450-38fb-4bf3-b565-8fec8795d0e7" providerId="ADAL" clId="{7E3A5CB4-CCF8-5D69-894C-14E127D6541A}" dt="2025-10-29T14:02:54.110" v="510" actId="2890"/>
        <pc:sldMkLst>
          <pc:docMk/>
          <pc:sldMk cId="3481012640" sldId="291"/>
        </pc:sldMkLst>
      </pc:sldChg>
      <pc:sldChg chg="addSp delSp modSp new mod modAnim">
        <pc:chgData name="Thomas E. Allen" userId="fac1e450-38fb-4bf3-b565-8fec8795d0e7" providerId="ADAL" clId="{7E3A5CB4-CCF8-5D69-894C-14E127D6541A}" dt="2025-10-29T14:20:03.397" v="734" actId="20577"/>
        <pc:sldMkLst>
          <pc:docMk/>
          <pc:sldMk cId="1429318280" sldId="292"/>
        </pc:sldMkLst>
        <pc:spChg chg="mod">
          <ac:chgData name="Thomas E. Allen" userId="fac1e450-38fb-4bf3-b565-8fec8795d0e7" providerId="ADAL" clId="{7E3A5CB4-CCF8-5D69-894C-14E127D6541A}" dt="2025-10-29T14:07:18.530" v="571"/>
          <ac:spMkLst>
            <pc:docMk/>
            <pc:sldMk cId="1429318280" sldId="292"/>
            <ac:spMk id="2" creationId="{73189898-82EE-018E-3D18-316E0DB0417D}"/>
          </ac:spMkLst>
        </pc:spChg>
        <pc:spChg chg="del">
          <ac:chgData name="Thomas E. Allen" userId="fac1e450-38fb-4bf3-b565-8fec8795d0e7" providerId="ADAL" clId="{7E3A5CB4-CCF8-5D69-894C-14E127D6541A}" dt="2025-10-29T14:07:36.580" v="572" actId="3680"/>
          <ac:spMkLst>
            <pc:docMk/>
            <pc:sldMk cId="1429318280" sldId="292"/>
            <ac:spMk id="3" creationId="{5A7D5BFD-4666-EB26-A382-FFB46243889D}"/>
          </ac:spMkLst>
        </pc:spChg>
        <pc:spChg chg="add mod">
          <ac:chgData name="Thomas E. Allen" userId="fac1e450-38fb-4bf3-b565-8fec8795d0e7" providerId="ADAL" clId="{7E3A5CB4-CCF8-5D69-894C-14E127D6541A}" dt="2025-10-29T14:20:03.397" v="734" actId="20577"/>
          <ac:spMkLst>
            <pc:docMk/>
            <pc:sldMk cId="1429318280" sldId="292"/>
            <ac:spMk id="5" creationId="{2568C718-C585-D5CA-0CBC-240B5DED3ACE}"/>
          </ac:spMkLst>
        </pc:spChg>
        <pc:graphicFrameChg chg="add mod ord modGraphic">
          <ac:chgData name="Thomas E. Allen" userId="fac1e450-38fb-4bf3-b565-8fec8795d0e7" providerId="ADAL" clId="{7E3A5CB4-CCF8-5D69-894C-14E127D6541A}" dt="2025-10-29T14:07:39.918" v="573"/>
          <ac:graphicFrameMkLst>
            <pc:docMk/>
            <pc:sldMk cId="1429318280" sldId="292"/>
            <ac:graphicFrameMk id="4" creationId="{B34BF608-BDA6-3040-AED6-4FDF70B8B812}"/>
          </ac:graphicFrameMkLst>
        </pc:graphicFrameChg>
      </pc:sldChg>
      <pc:sldChg chg="modSp new mod modAnim">
        <pc:chgData name="Thomas E. Allen" userId="fac1e450-38fb-4bf3-b565-8fec8795d0e7" providerId="ADAL" clId="{7E3A5CB4-CCF8-5D69-894C-14E127D6541A}" dt="2025-10-29T14:19:31.461" v="731"/>
        <pc:sldMkLst>
          <pc:docMk/>
          <pc:sldMk cId="195332385" sldId="293"/>
        </pc:sldMkLst>
        <pc:spChg chg="mod">
          <ac:chgData name="Thomas E. Allen" userId="fac1e450-38fb-4bf3-b565-8fec8795d0e7" providerId="ADAL" clId="{7E3A5CB4-CCF8-5D69-894C-14E127D6541A}" dt="2025-10-29T14:14:49.161" v="703" actId="20577"/>
          <ac:spMkLst>
            <pc:docMk/>
            <pc:sldMk cId="195332385" sldId="293"/>
            <ac:spMk id="2" creationId="{BF4D2E36-11D6-E5A7-0489-A52277FB2554}"/>
          </ac:spMkLst>
        </pc:spChg>
        <pc:spChg chg="mod">
          <ac:chgData name="Thomas E. Allen" userId="fac1e450-38fb-4bf3-b565-8fec8795d0e7" providerId="ADAL" clId="{7E3A5CB4-CCF8-5D69-894C-14E127D6541A}" dt="2025-10-29T14:14:54.166" v="711" actId="20577"/>
          <ac:spMkLst>
            <pc:docMk/>
            <pc:sldMk cId="195332385" sldId="293"/>
            <ac:spMk id="3" creationId="{C204E655-AF7F-344D-C215-8EFB022FBA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D1398-682C-9C46-B72B-C457C9FCAD46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55010-1F14-1D4C-A1CA-6E0798433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5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5010-1F14-1D4C-A1CA-6E0798433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30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7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90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1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9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2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3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7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8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08294-99BB-8D40-B6CE-1C9F2B4ABFB7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17E4C-177F-0C4B-8AC3-3A36F090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9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an Agent?</a:t>
            </a:r>
            <a:br>
              <a:rPr lang="en-US" dirty="0"/>
            </a:br>
            <a:r>
              <a:rPr lang="en-US" sz="3600" dirty="0"/>
              <a:t>From Classical AI to Modern Agentic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DSC 360 Building AI-Powered Applications</a:t>
            </a:r>
          </a:p>
          <a:p>
            <a:r>
              <a:rPr lang="en-US" dirty="0"/>
              <a:t>Unit 7: LLM-Based Agents</a:t>
            </a:r>
          </a:p>
        </p:txBody>
      </p:sp>
    </p:spTree>
    <p:extLst>
      <p:ext uri="{BB962C8B-B14F-4D97-AF65-F5344CB8AC3E}">
        <p14:creationId xmlns:p14="http://schemas.microsoft.com/office/powerpoint/2010/main" val="144020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7978-B8E4-1618-3CB6-A671EB50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Topic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AF036-ED5D-06B7-ED5F-8E4A3F6B1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“Agents” are one of the oldest ideas in AI.</a:t>
            </a:r>
          </a:p>
          <a:p>
            <a:r>
              <a:rPr lang="en-US" dirty="0"/>
              <a:t>LLM-based systems are bringing the concept back—with a twist.</a:t>
            </a:r>
          </a:p>
          <a:p>
            <a:r>
              <a:rPr lang="en-US" dirty="0"/>
              <a:t>Before we build one, we need a shared vocabulary.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3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C628-2B9B-D6DB-40BB-302A210F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A069-D437-9A5F-A0A4-1441C79F7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Classical view: agents, environments, and rational 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those ideas map onto LLM-powered 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Looking ahead: adding an </a:t>
            </a:r>
            <a:r>
              <a:rPr lang="en-US" b="1" dirty="0"/>
              <a:t>agentic loop</a:t>
            </a:r>
            <a:r>
              <a:rPr lang="en-US" dirty="0"/>
              <a:t> to your Lab 6 pipeline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💡 </a:t>
            </a:r>
            <a:r>
              <a:rPr lang="en-US" i="1" dirty="0"/>
              <a:t>An agent perceives, decides, and acts</a:t>
            </a:r>
          </a:p>
          <a:p>
            <a:pPr marL="0" indent="0" algn="ctr">
              <a:buNone/>
            </a:pPr>
            <a:r>
              <a:rPr lang="en-US" sz="2000" dirty="0"/>
              <a:t>Everything else—whether a robot, chatbot, or SQL pipeline—is a variation on that loop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1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D4D1-403D-1095-1006-69C0E2E7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0436F-C173-4968-F63D-9FF8EB23B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from R&amp;N chapter 2</a:t>
            </a:r>
          </a:p>
        </p:txBody>
      </p:sp>
    </p:spTree>
    <p:extLst>
      <p:ext uri="{BB962C8B-B14F-4D97-AF65-F5344CB8AC3E}">
        <p14:creationId xmlns:p14="http://schemas.microsoft.com/office/powerpoint/2010/main" val="51612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Agents and Environments: Classical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AI traditionally defined</a:t>
            </a:r>
            <a:r>
              <a:rPr lang="en-US" i="1" dirty="0"/>
              <a:t> </a:t>
            </a:r>
            <a:r>
              <a:rPr lang="en-US" b="1" i="1" dirty="0"/>
              <a:t>agents</a:t>
            </a:r>
            <a:r>
              <a:rPr lang="en-US" dirty="0"/>
              <a:t>: </a:t>
            </a:r>
          </a:p>
          <a:p>
            <a:pPr marL="0" indent="0" algn="ctr">
              <a:buNone/>
            </a:pPr>
            <a:r>
              <a:rPr lang="en-US" dirty="0"/>
              <a:t>perception → decision → action</a:t>
            </a:r>
          </a:p>
          <a:p>
            <a:r>
              <a:rPr lang="en-US" b="1" i="1" dirty="0"/>
              <a:t>Rationality</a:t>
            </a:r>
            <a:r>
              <a:rPr lang="en-US" dirty="0"/>
              <a:t>: choosing the best action by a performance measure</a:t>
            </a:r>
          </a:p>
          <a:p>
            <a:r>
              <a:rPr lang="en-US" b="1" i="1" dirty="0"/>
              <a:t>Environment</a:t>
            </a:r>
            <a:r>
              <a:rPr lang="en-US" dirty="0"/>
              <a:t>: the world the agent acts in (real or digital)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br>
              <a:rPr lang="en-US" dirty="0"/>
            </a:br>
            <a:r>
              <a:rPr lang="en-US" sz="2400" dirty="0"/>
              <a:t>👉 Note: We’ll use this vocabulary to describe our own systems today.</a:t>
            </a:r>
          </a:p>
        </p:txBody>
      </p:sp>
    </p:spTree>
    <p:extLst>
      <p:ext uri="{BB962C8B-B14F-4D97-AF65-F5344CB8AC3E}">
        <p14:creationId xmlns:p14="http://schemas.microsoft.com/office/powerpoint/2010/main" val="7774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Agent? (classical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Any system that </a:t>
            </a:r>
            <a:r>
              <a:rPr lang="en-US" b="1" dirty="0"/>
              <a:t>perceives</a:t>
            </a:r>
            <a:r>
              <a:rPr lang="en-US" dirty="0"/>
              <a:t> and </a:t>
            </a:r>
            <a:r>
              <a:rPr lang="en-US" b="1" dirty="0"/>
              <a:t>acts</a:t>
            </a:r>
            <a:r>
              <a:rPr lang="en-US" dirty="0"/>
              <a:t> in an environment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agent</a:t>
            </a:r>
            <a:r>
              <a:rPr lang="en-US" dirty="0"/>
              <a:t> …</a:t>
            </a:r>
          </a:p>
          <a:p>
            <a:r>
              <a:rPr lang="en-US" b="1" dirty="0"/>
              <a:t>Perceives its environment</a:t>
            </a:r>
            <a:r>
              <a:rPr lang="en-US" dirty="0"/>
              <a:t> through </a:t>
            </a:r>
            <a:r>
              <a:rPr lang="en-US" i="1" dirty="0"/>
              <a:t>inputs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r>
              <a:rPr lang="en-US" dirty="0"/>
              <a:t>(e.g., text, data, sensor readings)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Percept</a:t>
            </a:r>
            <a:r>
              <a:rPr lang="en-US" dirty="0"/>
              <a:t> = a single observation</a:t>
            </a:r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Percept sequence</a:t>
            </a:r>
            <a:r>
              <a:rPr lang="en-US" dirty="0"/>
              <a:t> = everything the agent has observed so far</a:t>
            </a:r>
          </a:p>
          <a:p>
            <a:r>
              <a:rPr lang="en-US" b="1" dirty="0"/>
              <a:t>Acts on the environment</a:t>
            </a:r>
            <a:r>
              <a:rPr lang="en-US" dirty="0"/>
              <a:t> through </a:t>
            </a:r>
            <a:r>
              <a:rPr lang="en-US" i="1" dirty="0"/>
              <a:t>outputs</a:t>
            </a:r>
            <a:r>
              <a:rPr lang="en-US" dirty="0"/>
              <a:t> </a:t>
            </a:r>
          </a:p>
          <a:p>
            <a:pPr marL="914400" lvl="2" indent="0">
              <a:buNone/>
            </a:pPr>
            <a:r>
              <a:rPr lang="en-US" dirty="0"/>
              <a:t>(e.g., SQL queries, API calls, messages)</a:t>
            </a:r>
            <a:br>
              <a:rPr lang="en-US" dirty="0"/>
            </a:br>
            <a:r>
              <a:rPr lang="en-US" dirty="0"/>
              <a:t>→ Sometimes the best action is </a:t>
            </a:r>
            <a:r>
              <a:rPr lang="en-US" b="1" dirty="0"/>
              <a:t>no action</a:t>
            </a:r>
            <a:r>
              <a:rPr lang="en-US" dirty="0"/>
              <a:t> (safe refusal)</a:t>
            </a:r>
          </a:p>
        </p:txBody>
      </p:sp>
    </p:spTree>
    <p:extLst>
      <p:ext uri="{BB962C8B-B14F-4D97-AF65-F5344CB8AC3E}">
        <p14:creationId xmlns:p14="http://schemas.microsoft.com/office/powerpoint/2010/main" val="190392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2E36-11D6-E5A7-0489-A52277FB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Agent? (our course)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E655-AF7F-344D-C215-8EFB022F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Input: 	User’s natural-language request</a:t>
            </a:r>
          </a:p>
          <a:p>
            <a:r>
              <a:rPr lang="en-US" dirty="0"/>
              <a:t>Output: 	SQL statement, chatbot reply, or “insufficient context”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💡 Think of an agent as an “observe → decide → act” loop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AF04-2D7C-A0AA-435D-F0E250F7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Agents Decide What to Do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F1517C-FF03-47EC-04E2-412B88061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36148"/>
              </p:ext>
            </p:extLst>
          </p:nvPr>
        </p:nvGraphicFramePr>
        <p:xfrm>
          <a:off x="838200" y="1825625"/>
          <a:ext cx="1051559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522">
                  <a:extLst>
                    <a:ext uri="{9D8B030D-6E8A-4147-A177-3AD203B41FA5}">
                      <a16:colId xmlns:a16="http://schemas.microsoft.com/office/drawing/2014/main" val="2700946786"/>
                    </a:ext>
                  </a:extLst>
                </a:gridCol>
                <a:gridCol w="4055165">
                  <a:extLst>
                    <a:ext uri="{9D8B030D-6E8A-4147-A177-3AD203B41FA5}">
                      <a16:colId xmlns:a16="http://schemas.microsoft.com/office/drawing/2014/main" val="3181820311"/>
                    </a:ext>
                  </a:extLst>
                </a:gridCol>
                <a:gridCol w="4422910">
                  <a:extLst>
                    <a:ext uri="{9D8B030D-6E8A-4147-A177-3AD203B41FA5}">
                      <a16:colId xmlns:a16="http://schemas.microsoft.com/office/drawing/2014/main" val="3029002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Modern Analogue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25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Simple reflex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Reacts to current input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Regex filter, rule-based chatbot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54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Tracks state of 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Session memory, conversation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43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Goal-based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Chooses actions to reach a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RAG answering a 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95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Utility-based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Weighs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Re-rankers, reward-tuned LLMs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97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Learning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Improves over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Fine-tuning, self-critique loop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61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23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 function </a:t>
                </a:r>
              </a:p>
              <a:p>
                <a:r>
                  <a:rPr lang="en-US" dirty="0"/>
                  <a:t>Mapping from states to actions: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Problem: present state may not be directly observable</a:t>
                </a:r>
              </a:p>
              <a:p>
                <a:pPr lvl="1"/>
                <a:r>
                  <a:rPr lang="en-US" dirty="0"/>
                  <a:t>Perhaps we have only a probability distribution over possible states</a:t>
                </a:r>
              </a:p>
              <a:p>
                <a:r>
                  <a:rPr lang="en-US" dirty="0"/>
                  <a:t>Moreover, the action that the agent takes could be to act randomly</a:t>
                </a:r>
              </a:p>
              <a:p>
                <a:pPr lvl="1"/>
                <a:r>
                  <a:rPr lang="en-US" dirty="0"/>
                  <a:t> 80% of the time, act greedily; 20% of the time make a random move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4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rational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Definition:</a:t>
            </a:r>
            <a:r>
              <a:rPr lang="en-US" dirty="0"/>
              <a:t> A </a:t>
            </a:r>
            <a:r>
              <a:rPr lang="en-US" b="1" dirty="0">
                <a:solidFill>
                  <a:srgbClr val="C00000"/>
                </a:solidFill>
              </a:rPr>
              <a:t>rational agent</a:t>
            </a:r>
            <a:r>
              <a:rPr lang="en-US" dirty="0"/>
              <a:t> acts so as</a:t>
            </a:r>
            <a:endParaRPr lang="en-US" sz="2400" dirty="0"/>
          </a:p>
          <a:p>
            <a:pPr lvl="0"/>
            <a:r>
              <a:rPr lang="en-US" dirty="0"/>
              <a:t>to maximize </a:t>
            </a:r>
            <a:r>
              <a:rPr lang="en-US" b="1" dirty="0"/>
              <a:t>expected value</a:t>
            </a:r>
            <a:r>
              <a:rPr lang="en-US" dirty="0"/>
              <a:t> of performance measure</a:t>
            </a:r>
            <a:endParaRPr lang="en-US" sz="2400" dirty="0"/>
          </a:p>
          <a:p>
            <a:pPr lvl="0"/>
            <a:r>
              <a:rPr lang="en-US" dirty="0"/>
              <a:t>given percept sequence it has seen so far</a:t>
            </a:r>
            <a:endParaRPr lang="en-US" sz="2400" dirty="0"/>
          </a:p>
          <a:p>
            <a:pPr lvl="0"/>
            <a:r>
              <a:rPr lang="en-US" dirty="0"/>
              <a:t>and whatever built-in knowledge it has</a:t>
            </a:r>
            <a:endParaRPr lang="en-US" sz="2400" dirty="0"/>
          </a:p>
          <a:p>
            <a:pPr lvl="0"/>
            <a:r>
              <a:rPr lang="en-US" b="1" dirty="0"/>
              <a:t>given </a:t>
            </a:r>
            <a:r>
              <a:rPr lang="en-US" b="1" dirty="0" err="1"/>
              <a:t>realtime</a:t>
            </a:r>
            <a:r>
              <a:rPr lang="en-US" b="1" dirty="0"/>
              <a:t> computational and explorational constraints</a:t>
            </a:r>
            <a:r>
              <a:rPr lang="en-US" dirty="0"/>
              <a:t>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5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Rationality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Rational ≠ Perfect — Why Agents Learn</a:t>
            </a:r>
          </a:p>
          <a:p>
            <a:r>
              <a:rPr lang="en-US" dirty="0"/>
              <a:t>Rational agents act under </a:t>
            </a:r>
            <a:r>
              <a:rPr lang="en-US" b="1" dirty="0">
                <a:solidFill>
                  <a:srgbClr val="C00000"/>
                </a:solidFill>
              </a:rPr>
              <a:t>limited knowledge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compute time</a:t>
            </a:r>
          </a:p>
          <a:p>
            <a:r>
              <a:rPr lang="en-US" dirty="0"/>
              <a:t>They gather information to improve future actions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Autonomy = learning</a:t>
            </a:r>
            <a:r>
              <a:rPr lang="en-US" dirty="0"/>
              <a:t> to compensate for gaps in prior knowledge.</a:t>
            </a:r>
          </a:p>
          <a:p>
            <a:pPr lvl="1"/>
            <a:r>
              <a:rPr lang="en-US" i="1" dirty="0"/>
              <a:t>Dung beetle → follows rule without understanding</a:t>
            </a:r>
          </a:p>
          <a:p>
            <a:pPr lvl="1"/>
            <a:r>
              <a:rPr lang="en-US" i="1" dirty="0"/>
              <a:t>Rational agent adapts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Task environments</a:t>
            </a:r>
          </a:p>
          <a:p>
            <a:r>
              <a:rPr lang="en-US" dirty="0"/>
              <a:t>The “problem” for which </a:t>
            </a:r>
            <a:r>
              <a:rPr lang="en-US" b="1" dirty="0"/>
              <a:t>rational agents</a:t>
            </a:r>
            <a:r>
              <a:rPr lang="en-US" dirty="0"/>
              <a:t> are the “solution” </a:t>
            </a:r>
          </a:p>
        </p:txBody>
      </p:sp>
    </p:spTree>
    <p:extLst>
      <p:ext uri="{BB962C8B-B14F-4D97-AF65-F5344CB8AC3E}">
        <p14:creationId xmlns:p14="http://schemas.microsoft.com/office/powerpoint/2010/main" val="29560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task environment specification</a:t>
            </a:r>
            <a:r>
              <a:rPr lang="en-US" dirty="0"/>
              <a:t> includes:</a:t>
            </a:r>
          </a:p>
          <a:p>
            <a:r>
              <a:rPr lang="en-US" dirty="0"/>
              <a:t>[E] external </a:t>
            </a:r>
            <a:r>
              <a:rPr lang="en-US" b="1" dirty="0"/>
              <a:t>environment</a:t>
            </a:r>
            <a:r>
              <a:rPr lang="en-US" dirty="0"/>
              <a:t> itself</a:t>
            </a:r>
          </a:p>
          <a:p>
            <a:r>
              <a:rPr lang="en-US" dirty="0"/>
              <a:t>[S] </a:t>
            </a:r>
            <a:r>
              <a:rPr lang="en-US" b="1" dirty="0"/>
              <a:t>sensors</a:t>
            </a:r>
            <a:endParaRPr lang="en-US" dirty="0"/>
          </a:p>
          <a:p>
            <a:r>
              <a:rPr lang="en-US" dirty="0"/>
              <a:t>[A] </a:t>
            </a:r>
            <a:r>
              <a:rPr lang="en-US" b="1" dirty="0"/>
              <a:t>actuators</a:t>
            </a:r>
            <a:endParaRPr lang="en-US" dirty="0"/>
          </a:p>
          <a:p>
            <a:r>
              <a:rPr lang="en-US" dirty="0"/>
              <a:t>[P] the </a:t>
            </a:r>
            <a:r>
              <a:rPr lang="en-US" b="1" dirty="0"/>
              <a:t>performance measure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The text suggests (permuting these and) using the </a:t>
            </a:r>
            <a:br>
              <a:rPr lang="en-US" dirty="0"/>
            </a:br>
            <a:r>
              <a:rPr lang="en-US" dirty="0"/>
              <a:t>mnemonic acronym </a:t>
            </a:r>
            <a:r>
              <a:rPr lang="en-US" b="1" dirty="0">
                <a:solidFill>
                  <a:srgbClr val="FF0000"/>
                </a:solidFill>
              </a:rPr>
              <a:t>PEAS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34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07C5-C3DC-1FF3-D7C1-229F580A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 Agent’s Task Environment (PEAS)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E667BD-7943-4190-A506-F46C6FFD92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498435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700375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221862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505411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537252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61338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Actuators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63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Clean floor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Dirt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69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NL→SQL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Correct &amp; safe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input &amp;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78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LLM Tutor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Helpful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Student message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665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53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environment dimensions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96098"/>
              </p:ext>
            </p:extLst>
          </p:nvPr>
        </p:nvGraphicFramePr>
        <p:xfrm>
          <a:off x="838200" y="1611176"/>
          <a:ext cx="1051560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(simpler)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(more complex)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Fully observable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Partially observable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Single-agent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Multi-agent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Stochastic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Episodic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Sequential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Dynamic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Discrete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Continuous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0542">
                <a:tc>
                  <a:txBody>
                    <a:bodyPr/>
                    <a:lstStyle/>
                    <a:p>
                      <a:r>
                        <a:rPr lang="en-US" sz="3200" dirty="0"/>
                        <a:t>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Unknown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93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F95-E62D-10D6-144B-A2B7C0A8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Rational Action </a:t>
            </a:r>
            <a:br>
              <a:rPr lang="en-US" dirty="0"/>
            </a:br>
            <a:r>
              <a:rPr lang="en-US" dirty="0"/>
              <a:t>to Agentic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B25B8-0EF3-EAC5-F566-5079068BA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9898-82EE-018E-3D18-316E0DB0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Classical Agents → LLM Agents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4BF608-BDA6-3040-AED6-4FDF70B8B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996456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944874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63962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R&amp;N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Modern Equivalent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77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Inputs – user text, retrieved docs, query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86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Actuators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 calls, SQL execution, file writes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579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workspace (DBs, APIs, files)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95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 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Accuracy, safety, latency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870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Prompt tuning, feedback loops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3863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68C718-C585-D5CA-0CBC-240B5DED3ACE}"/>
              </a:ext>
            </a:extLst>
          </p:cNvPr>
          <p:cNvSpPr txBox="1"/>
          <p:nvPr/>
        </p:nvSpPr>
        <p:spPr>
          <a:xfrm>
            <a:off x="3763617" y="5102087"/>
            <a:ext cx="4664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R&amp;N’s theory still fits—our “environment” is just digital</a:t>
            </a:r>
          </a:p>
        </p:txBody>
      </p:sp>
    </p:spTree>
    <p:extLst>
      <p:ext uri="{BB962C8B-B14F-4D97-AF65-F5344CB8AC3E}">
        <p14:creationId xmlns:p14="http://schemas.microsoft.com/office/powerpoint/2010/main" val="142931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5971-1922-794B-E410-0A7FA395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B28B-4A37-D284-CE54-8ABDBA02B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2496" cy="435133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agent</a:t>
            </a:r>
            <a:r>
              <a:rPr lang="en-US" dirty="0"/>
              <a:t> perceives its environment, decides, and acts</a:t>
            </a:r>
          </a:p>
          <a:p>
            <a:r>
              <a:rPr lang="en-US" b="1" dirty="0"/>
              <a:t>Rationality ≠ perfection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 means </a:t>
            </a:r>
            <a:r>
              <a:rPr lang="en-US" i="1" dirty="0"/>
              <a:t>acting to maximize performance</a:t>
            </a:r>
            <a:r>
              <a:rPr lang="en-US" dirty="0"/>
              <a:t> given what the agent knows</a:t>
            </a:r>
          </a:p>
          <a:p>
            <a:r>
              <a:rPr lang="en-US" dirty="0"/>
              <a:t>Every LLM-powered tool you’ve built so far fits this pattern in miniature:</a:t>
            </a:r>
          </a:p>
          <a:p>
            <a:pPr lvl="1"/>
            <a:r>
              <a:rPr lang="en-US" dirty="0"/>
              <a:t>Chatbot</a:t>
            </a:r>
          </a:p>
          <a:p>
            <a:pPr lvl="1"/>
            <a:r>
              <a:rPr lang="en-US" dirty="0"/>
              <a:t>Classifier</a:t>
            </a:r>
          </a:p>
          <a:p>
            <a:pPr lvl="1"/>
            <a:r>
              <a:rPr lang="en-US" dirty="0"/>
              <a:t>NL→SQL pipeline</a:t>
            </a:r>
          </a:p>
          <a:p>
            <a:r>
              <a:rPr lang="en-US" dirty="0"/>
              <a:t>Adding feedback, memory, planning turns these into </a:t>
            </a:r>
            <a:r>
              <a:rPr lang="en-US" b="1" dirty="0">
                <a:solidFill>
                  <a:srgbClr val="C00000"/>
                </a:solidFill>
              </a:rPr>
              <a:t>agentic systems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9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42DF-6FEB-205E-CC2A-D551C7C2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1ECE-AFBD-FD4A-881B-E8F70F95D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Lab 6:</a:t>
            </a:r>
            <a:r>
              <a:rPr lang="en-US" dirty="0"/>
              <a:t> Safe NL → SQL pipeline — a </a:t>
            </a:r>
            <a:r>
              <a:rPr lang="en-US" i="1" dirty="0"/>
              <a:t>non-agentic</a:t>
            </a:r>
            <a:r>
              <a:rPr lang="en-US" dirty="0"/>
              <a:t> system</a:t>
            </a:r>
          </a:p>
          <a:p>
            <a:r>
              <a:rPr lang="en-US" b="1" dirty="0"/>
              <a:t>Lab 7:</a:t>
            </a:r>
            <a:r>
              <a:rPr lang="en-US" dirty="0"/>
              <a:t> Extend with </a:t>
            </a:r>
            <a:r>
              <a:rPr lang="en-US" b="1" dirty="0"/>
              <a:t>agentic loop</a:t>
            </a:r>
            <a:r>
              <a:rPr lang="en-US" dirty="0"/>
              <a:t> that reasons, tests, and improves</a:t>
            </a:r>
          </a:p>
          <a:p>
            <a:r>
              <a:rPr lang="en-US" dirty="0"/>
              <a:t>Keep thinking: </a:t>
            </a:r>
            <a:r>
              <a:rPr lang="en-US" i="1" dirty="0"/>
              <a:t>What counts as a rational action for your application?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i="1" dirty="0"/>
              <a:t>Classical AI gave us the theory of agents</a:t>
            </a:r>
          </a:p>
          <a:p>
            <a:pPr marL="0" indent="0" algn="ctr">
              <a:buNone/>
            </a:pPr>
            <a:r>
              <a:rPr lang="en-US" i="1" dirty="0"/>
              <a:t>Now, with modern AI, we are starting to build them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lingering questions about agents and their environments?</a:t>
            </a:r>
          </a:p>
        </p:txBody>
      </p:sp>
    </p:spTree>
    <p:extLst>
      <p:ext uri="{BB962C8B-B14F-4D97-AF65-F5344CB8AC3E}">
        <p14:creationId xmlns:p14="http://schemas.microsoft.com/office/powerpoint/2010/main" val="1304877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BE44-BAA9-5C47-9550-0280699D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52296-7780-6949-B58C-7A85D3366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working on Lab 6: Building a Safe NL→SQL Pipeline</a:t>
            </a:r>
          </a:p>
          <a:p>
            <a:r>
              <a:rPr lang="en-US" dirty="0"/>
              <a:t>Looking Ahead: Lab 7 will extend Lab 6 with a simple Agentic Loop</a:t>
            </a:r>
          </a:p>
        </p:txBody>
      </p:sp>
    </p:spTree>
    <p:extLst>
      <p:ext uri="{BB962C8B-B14F-4D97-AF65-F5344CB8AC3E}">
        <p14:creationId xmlns:p14="http://schemas.microsoft.com/office/powerpoint/2010/main" val="1391929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7526</TotalTime>
  <Words>896</Words>
  <Application>Microsoft Macintosh PowerPoint</Application>
  <PresentationFormat>Widescreen</PresentationFormat>
  <Paragraphs>162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What Is an Agent? From Classical AI to Modern Agentic Systems</vt:lpstr>
      <vt:lpstr>Why This Topic Matters</vt:lpstr>
      <vt:lpstr>Today’s Roadmap</vt:lpstr>
      <vt:lpstr>Agents</vt:lpstr>
      <vt:lpstr>Agents and Environments: Classical View</vt:lpstr>
      <vt:lpstr>What Is an Agent? (classical AI)</vt:lpstr>
      <vt:lpstr>What Is an Agent? (our course)</vt:lpstr>
      <vt:lpstr>How Agents Decide What to Do</vt:lpstr>
      <vt:lpstr>Agent Function</vt:lpstr>
      <vt:lpstr>What is a rational agent?</vt:lpstr>
      <vt:lpstr>Rationality definition</vt:lpstr>
      <vt:lpstr>Environments</vt:lpstr>
      <vt:lpstr>Environments</vt:lpstr>
      <vt:lpstr>Defining an Agent’s Task Environment (PEAS)</vt:lpstr>
      <vt:lpstr>Task environment dimensions</vt:lpstr>
      <vt:lpstr>From Rational Action  to Agentic Loops</vt:lpstr>
      <vt:lpstr>From Classical Agents → LLM Agents</vt:lpstr>
      <vt:lpstr>Key Takeaways</vt:lpstr>
      <vt:lpstr>Looking Ahead</vt:lpstr>
      <vt:lpstr>Questions?</vt:lpstr>
      <vt:lpstr>Lab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and Their Environments</dc:title>
  <dc:creator>Thomas E. Allen</dc:creator>
  <cp:lastModifiedBy>Thomas E. Allen</cp:lastModifiedBy>
  <cp:revision>48</cp:revision>
  <dcterms:created xsi:type="dcterms:W3CDTF">2016-09-02T12:53:04Z</dcterms:created>
  <dcterms:modified xsi:type="dcterms:W3CDTF">2025-10-29T15:01:45Z</dcterms:modified>
</cp:coreProperties>
</file>