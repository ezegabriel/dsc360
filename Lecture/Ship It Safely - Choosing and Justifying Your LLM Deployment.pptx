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75" r:id="rId3"/>
    <p:sldId id="274" r:id="rId4"/>
    <p:sldId id="257" r:id="rId5"/>
    <p:sldId id="258" r:id="rId6"/>
    <p:sldId id="266" r:id="rId7"/>
    <p:sldId id="259" r:id="rId8"/>
    <p:sldId id="267" r:id="rId9"/>
    <p:sldId id="276" r:id="rId10"/>
    <p:sldId id="277" r:id="rId11"/>
    <p:sldId id="260" r:id="rId12"/>
    <p:sldId id="268" r:id="rId13"/>
    <p:sldId id="278" r:id="rId14"/>
    <p:sldId id="279" r:id="rId15"/>
    <p:sldId id="280" r:id="rId16"/>
    <p:sldId id="261" r:id="rId17"/>
    <p:sldId id="269" r:id="rId18"/>
    <p:sldId id="281" r:id="rId19"/>
    <p:sldId id="283" r:id="rId20"/>
    <p:sldId id="285" r:id="rId21"/>
    <p:sldId id="284" r:id="rId22"/>
    <p:sldId id="262" r:id="rId23"/>
    <p:sldId id="271" r:id="rId24"/>
    <p:sldId id="286" r:id="rId25"/>
    <p:sldId id="263" r:id="rId26"/>
    <p:sldId id="290" r:id="rId27"/>
    <p:sldId id="295" r:id="rId28"/>
    <p:sldId id="296" r:id="rId29"/>
    <p:sldId id="291" r:id="rId30"/>
    <p:sldId id="264" r:id="rId31"/>
    <p:sldId id="272" r:id="rId32"/>
    <p:sldId id="294" r:id="rId33"/>
    <p:sldId id="265" r:id="rId34"/>
    <p:sldId id="273" r:id="rId35"/>
    <p:sldId id="292" r:id="rId36"/>
    <p:sldId id="293"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E721DF-626B-F741-9CD3-AA0FF8A56C55}" v="466" dt="2025-11-10T15:14:51.8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94658"/>
  </p:normalViewPr>
  <p:slideViewPr>
    <p:cSldViewPr snapToGrid="0">
      <p:cViewPr varScale="1">
        <p:scale>
          <a:sx n="91" d="100"/>
          <a:sy n="91" d="100"/>
        </p:scale>
        <p:origin x="192" y="808"/>
      </p:cViewPr>
      <p:guideLst/>
    </p:cSldViewPr>
  </p:slideViewPr>
  <p:notesTextViewPr>
    <p:cViewPr>
      <p:scale>
        <a:sx n="1" d="1"/>
        <a:sy n="1" d="1"/>
      </p:scale>
      <p:origin x="0" y="0"/>
    </p:cViewPr>
  </p:notesTextViewPr>
  <p:notesViewPr>
    <p:cSldViewPr snapToGrid="0">
      <p:cViewPr varScale="1">
        <p:scale>
          <a:sx n="96" d="100"/>
          <a:sy n="96" d="100"/>
        </p:scale>
        <p:origin x="3808"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E. Allen" userId="fac1e450-38fb-4bf3-b565-8fec8795d0e7" providerId="ADAL" clId="{7E3A5CB4-CCF8-5D69-894C-14E127D6541A}"/>
    <pc:docChg chg="undo custSel addSld delSld modSld sldOrd">
      <pc:chgData name="Thomas E. Allen" userId="fac1e450-38fb-4bf3-b565-8fec8795d0e7" providerId="ADAL" clId="{7E3A5CB4-CCF8-5D69-894C-14E127D6541A}" dt="2025-11-10T16:42:27.500" v="2208" actId="729"/>
      <pc:docMkLst>
        <pc:docMk/>
      </pc:docMkLst>
      <pc:sldChg chg="modSp new mod ord">
        <pc:chgData name="Thomas E. Allen" userId="fac1e450-38fb-4bf3-b565-8fec8795d0e7" providerId="ADAL" clId="{7E3A5CB4-CCF8-5D69-894C-14E127D6541A}" dt="2025-11-10T15:03:52.977" v="2033" actId="207"/>
        <pc:sldMkLst>
          <pc:docMk/>
          <pc:sldMk cId="1330142954" sldId="257"/>
        </pc:sldMkLst>
        <pc:spChg chg="mod">
          <ac:chgData name="Thomas E. Allen" userId="fac1e450-38fb-4bf3-b565-8fec8795d0e7" providerId="ADAL" clId="{7E3A5CB4-CCF8-5D69-894C-14E127D6541A}" dt="2025-11-10T13:44:27.940" v="11" actId="20577"/>
          <ac:spMkLst>
            <pc:docMk/>
            <pc:sldMk cId="1330142954" sldId="257"/>
            <ac:spMk id="2" creationId="{29F40BB0-8077-F62A-DDEA-04DB8247CD21}"/>
          </ac:spMkLst>
        </pc:spChg>
        <pc:spChg chg="mod">
          <ac:chgData name="Thomas E. Allen" userId="fac1e450-38fb-4bf3-b565-8fec8795d0e7" providerId="ADAL" clId="{7E3A5CB4-CCF8-5D69-894C-14E127D6541A}" dt="2025-11-10T15:03:52.977" v="2033" actId="207"/>
          <ac:spMkLst>
            <pc:docMk/>
            <pc:sldMk cId="1330142954" sldId="257"/>
            <ac:spMk id="3" creationId="{CEC9B470-2149-4600-F44C-DC8C9662AC32}"/>
          </ac:spMkLst>
        </pc:spChg>
      </pc:sldChg>
      <pc:sldChg chg="modSp new mod modNotesTx">
        <pc:chgData name="Thomas E. Allen" userId="fac1e450-38fb-4bf3-b565-8fec8795d0e7" providerId="ADAL" clId="{7E3A5CB4-CCF8-5D69-894C-14E127D6541A}" dt="2025-11-10T15:04:46.566" v="2059" actId="20577"/>
        <pc:sldMkLst>
          <pc:docMk/>
          <pc:sldMk cId="153571737" sldId="258"/>
        </pc:sldMkLst>
        <pc:spChg chg="mod">
          <ac:chgData name="Thomas E. Allen" userId="fac1e450-38fb-4bf3-b565-8fec8795d0e7" providerId="ADAL" clId="{7E3A5CB4-CCF8-5D69-894C-14E127D6541A}" dt="2025-11-10T13:45:23.494" v="31" actId="20577"/>
          <ac:spMkLst>
            <pc:docMk/>
            <pc:sldMk cId="153571737" sldId="258"/>
            <ac:spMk id="2" creationId="{535B0567-DF79-130D-A373-53A2D92E1D98}"/>
          </ac:spMkLst>
        </pc:spChg>
        <pc:spChg chg="mod">
          <ac:chgData name="Thomas E. Allen" userId="fac1e450-38fb-4bf3-b565-8fec8795d0e7" providerId="ADAL" clId="{7E3A5CB4-CCF8-5D69-894C-14E127D6541A}" dt="2025-11-10T13:54:41.838" v="1062" actId="20577"/>
          <ac:spMkLst>
            <pc:docMk/>
            <pc:sldMk cId="153571737" sldId="258"/>
            <ac:spMk id="3" creationId="{5DD30DD1-AABD-6FEB-412F-03F85BE03DD0}"/>
          </ac:spMkLst>
        </pc:spChg>
      </pc:sldChg>
      <pc:sldChg chg="modSp new mod modNotesTx">
        <pc:chgData name="Thomas E. Allen" userId="fac1e450-38fb-4bf3-b565-8fec8795d0e7" providerId="ADAL" clId="{7E3A5CB4-CCF8-5D69-894C-14E127D6541A}" dt="2025-11-10T15:04:53.147" v="2063" actId="20577"/>
        <pc:sldMkLst>
          <pc:docMk/>
          <pc:sldMk cId="3773066724" sldId="259"/>
        </pc:sldMkLst>
        <pc:spChg chg="mod">
          <ac:chgData name="Thomas E. Allen" userId="fac1e450-38fb-4bf3-b565-8fec8795d0e7" providerId="ADAL" clId="{7E3A5CB4-CCF8-5D69-894C-14E127D6541A}" dt="2025-11-10T13:45:34.100" v="51" actId="20577"/>
          <ac:spMkLst>
            <pc:docMk/>
            <pc:sldMk cId="3773066724" sldId="259"/>
            <ac:spMk id="2" creationId="{995D40BD-2FFF-888F-AB7D-4E866B86E945}"/>
          </ac:spMkLst>
        </pc:spChg>
        <pc:spChg chg="mod">
          <ac:chgData name="Thomas E. Allen" userId="fac1e450-38fb-4bf3-b565-8fec8795d0e7" providerId="ADAL" clId="{7E3A5CB4-CCF8-5D69-894C-14E127D6541A}" dt="2025-11-10T13:45:51.626" v="136" actId="313"/>
          <ac:spMkLst>
            <pc:docMk/>
            <pc:sldMk cId="3773066724" sldId="259"/>
            <ac:spMk id="3" creationId="{3E6EAA2A-F62A-D45F-CB3C-205EC8013E38}"/>
          </ac:spMkLst>
        </pc:spChg>
      </pc:sldChg>
      <pc:sldChg chg="modSp new mod modNotesTx">
        <pc:chgData name="Thomas E. Allen" userId="fac1e450-38fb-4bf3-b565-8fec8795d0e7" providerId="ADAL" clId="{7E3A5CB4-CCF8-5D69-894C-14E127D6541A}" dt="2025-11-10T15:05:00.782" v="2068" actId="20577"/>
        <pc:sldMkLst>
          <pc:docMk/>
          <pc:sldMk cId="3786064265" sldId="260"/>
        </pc:sldMkLst>
        <pc:spChg chg="mod">
          <ac:chgData name="Thomas E. Allen" userId="fac1e450-38fb-4bf3-b565-8fec8795d0e7" providerId="ADAL" clId="{7E3A5CB4-CCF8-5D69-894C-14E127D6541A}" dt="2025-11-10T13:46:06.145" v="172" actId="20577"/>
          <ac:spMkLst>
            <pc:docMk/>
            <pc:sldMk cId="3786064265" sldId="260"/>
            <ac:spMk id="2" creationId="{C519C687-82BA-9C58-0844-434EBDB08B61}"/>
          </ac:spMkLst>
        </pc:spChg>
        <pc:spChg chg="mod">
          <ac:chgData name="Thomas E. Allen" userId="fac1e450-38fb-4bf3-b565-8fec8795d0e7" providerId="ADAL" clId="{7E3A5CB4-CCF8-5D69-894C-14E127D6541A}" dt="2025-11-10T13:46:23.817" v="245" actId="20577"/>
          <ac:spMkLst>
            <pc:docMk/>
            <pc:sldMk cId="3786064265" sldId="260"/>
            <ac:spMk id="3" creationId="{E780923B-E314-85E8-93FA-A4F365B9506D}"/>
          </ac:spMkLst>
        </pc:spChg>
      </pc:sldChg>
      <pc:sldChg chg="modSp new mod modNotesTx">
        <pc:chgData name="Thomas E. Allen" userId="fac1e450-38fb-4bf3-b565-8fec8795d0e7" providerId="ADAL" clId="{7E3A5CB4-CCF8-5D69-894C-14E127D6541A}" dt="2025-11-10T15:05:06.264" v="2073" actId="20577"/>
        <pc:sldMkLst>
          <pc:docMk/>
          <pc:sldMk cId="645710833" sldId="261"/>
        </pc:sldMkLst>
        <pc:spChg chg="mod">
          <ac:chgData name="Thomas E. Allen" userId="fac1e450-38fb-4bf3-b565-8fec8795d0e7" providerId="ADAL" clId="{7E3A5CB4-CCF8-5D69-894C-14E127D6541A}" dt="2025-11-10T13:46:37.915" v="283" actId="20577"/>
          <ac:spMkLst>
            <pc:docMk/>
            <pc:sldMk cId="645710833" sldId="261"/>
            <ac:spMk id="2" creationId="{4249A2E3-F3A1-DC56-C0A6-43733A6163E8}"/>
          </ac:spMkLst>
        </pc:spChg>
        <pc:spChg chg="mod">
          <ac:chgData name="Thomas E. Allen" userId="fac1e450-38fb-4bf3-b565-8fec8795d0e7" providerId="ADAL" clId="{7E3A5CB4-CCF8-5D69-894C-14E127D6541A}" dt="2025-11-10T13:46:48.628" v="330" actId="20577"/>
          <ac:spMkLst>
            <pc:docMk/>
            <pc:sldMk cId="645710833" sldId="261"/>
            <ac:spMk id="3" creationId="{B7C0E74D-273F-6007-06A2-45EDC859BA32}"/>
          </ac:spMkLst>
        </pc:spChg>
      </pc:sldChg>
      <pc:sldChg chg="modSp new mod">
        <pc:chgData name="Thomas E. Allen" userId="fac1e450-38fb-4bf3-b565-8fec8795d0e7" providerId="ADAL" clId="{7E3A5CB4-CCF8-5D69-894C-14E127D6541A}" dt="2025-11-10T13:47:18.624" v="403" actId="20577"/>
        <pc:sldMkLst>
          <pc:docMk/>
          <pc:sldMk cId="798787861" sldId="262"/>
        </pc:sldMkLst>
        <pc:spChg chg="mod">
          <ac:chgData name="Thomas E. Allen" userId="fac1e450-38fb-4bf3-b565-8fec8795d0e7" providerId="ADAL" clId="{7E3A5CB4-CCF8-5D69-894C-14E127D6541A}" dt="2025-11-10T13:47:04.090" v="366" actId="20577"/>
          <ac:spMkLst>
            <pc:docMk/>
            <pc:sldMk cId="798787861" sldId="262"/>
            <ac:spMk id="2" creationId="{A061D481-0248-5C55-8705-234BCB7EA6D1}"/>
          </ac:spMkLst>
        </pc:spChg>
        <pc:spChg chg="mod">
          <ac:chgData name="Thomas E. Allen" userId="fac1e450-38fb-4bf3-b565-8fec8795d0e7" providerId="ADAL" clId="{7E3A5CB4-CCF8-5D69-894C-14E127D6541A}" dt="2025-11-10T13:47:18.624" v="403" actId="20577"/>
          <ac:spMkLst>
            <pc:docMk/>
            <pc:sldMk cId="798787861" sldId="262"/>
            <ac:spMk id="3" creationId="{18B268A3-1DBE-492A-6A36-38FB49D41F26}"/>
          </ac:spMkLst>
        </pc:spChg>
      </pc:sldChg>
      <pc:sldChg chg="modSp new mod ord modNotesTx">
        <pc:chgData name="Thomas E. Allen" userId="fac1e450-38fb-4bf3-b565-8fec8795d0e7" providerId="ADAL" clId="{7E3A5CB4-CCF8-5D69-894C-14E127D6541A}" dt="2025-11-10T15:06:35.708" v="2082" actId="20577"/>
        <pc:sldMkLst>
          <pc:docMk/>
          <pc:sldMk cId="3935473478" sldId="263"/>
        </pc:sldMkLst>
        <pc:spChg chg="mod">
          <ac:chgData name="Thomas E. Allen" userId="fac1e450-38fb-4bf3-b565-8fec8795d0e7" providerId="ADAL" clId="{7E3A5CB4-CCF8-5D69-894C-14E127D6541A}" dt="2025-11-10T13:47:28.912" v="424" actId="20577"/>
          <ac:spMkLst>
            <pc:docMk/>
            <pc:sldMk cId="3935473478" sldId="263"/>
            <ac:spMk id="2" creationId="{2EF74590-BD44-2E40-6A4F-F6C55A328DBC}"/>
          </ac:spMkLst>
        </pc:spChg>
        <pc:spChg chg="mod">
          <ac:chgData name="Thomas E. Allen" userId="fac1e450-38fb-4bf3-b565-8fec8795d0e7" providerId="ADAL" clId="{7E3A5CB4-CCF8-5D69-894C-14E127D6541A}" dt="2025-11-10T13:47:38.505" v="476" actId="20577"/>
          <ac:spMkLst>
            <pc:docMk/>
            <pc:sldMk cId="3935473478" sldId="263"/>
            <ac:spMk id="3" creationId="{49B99C30-3A60-8424-5A33-E2B2C411C275}"/>
          </ac:spMkLst>
        </pc:spChg>
      </pc:sldChg>
      <pc:sldChg chg="modSp new mod modNotesTx">
        <pc:chgData name="Thomas E. Allen" userId="fac1e450-38fb-4bf3-b565-8fec8795d0e7" providerId="ADAL" clId="{7E3A5CB4-CCF8-5D69-894C-14E127D6541A}" dt="2025-11-10T15:07:05.834" v="2150" actId="20577"/>
        <pc:sldMkLst>
          <pc:docMk/>
          <pc:sldMk cId="945814096" sldId="264"/>
        </pc:sldMkLst>
        <pc:spChg chg="mod">
          <ac:chgData name="Thomas E. Allen" userId="fac1e450-38fb-4bf3-b565-8fec8795d0e7" providerId="ADAL" clId="{7E3A5CB4-CCF8-5D69-894C-14E127D6541A}" dt="2025-11-10T13:47:45.654" v="491" actId="20577"/>
          <ac:spMkLst>
            <pc:docMk/>
            <pc:sldMk cId="945814096" sldId="264"/>
            <ac:spMk id="2" creationId="{463920A3-5E4D-AC42-9D83-537710BA8875}"/>
          </ac:spMkLst>
        </pc:spChg>
        <pc:spChg chg="mod">
          <ac:chgData name="Thomas E. Allen" userId="fac1e450-38fb-4bf3-b565-8fec8795d0e7" providerId="ADAL" clId="{7E3A5CB4-CCF8-5D69-894C-14E127D6541A}" dt="2025-11-10T13:48:02.159" v="551" actId="20577"/>
          <ac:spMkLst>
            <pc:docMk/>
            <pc:sldMk cId="945814096" sldId="264"/>
            <ac:spMk id="3" creationId="{FF5AA5C7-04E3-559B-4F1B-8DEE77192303}"/>
          </ac:spMkLst>
        </pc:spChg>
      </pc:sldChg>
      <pc:sldChg chg="modSp new mod ord">
        <pc:chgData name="Thomas E. Allen" userId="fac1e450-38fb-4bf3-b565-8fec8795d0e7" providerId="ADAL" clId="{7E3A5CB4-CCF8-5D69-894C-14E127D6541A}" dt="2025-11-10T14:50:37.556" v="1848" actId="20578"/>
        <pc:sldMkLst>
          <pc:docMk/>
          <pc:sldMk cId="1169048495" sldId="265"/>
        </pc:sldMkLst>
        <pc:spChg chg="mod">
          <ac:chgData name="Thomas E. Allen" userId="fac1e450-38fb-4bf3-b565-8fec8795d0e7" providerId="ADAL" clId="{7E3A5CB4-CCF8-5D69-894C-14E127D6541A}" dt="2025-11-10T13:48:11.609" v="583" actId="20577"/>
          <ac:spMkLst>
            <pc:docMk/>
            <pc:sldMk cId="1169048495" sldId="265"/>
            <ac:spMk id="2" creationId="{D64C7D3C-26A8-C559-291F-E803E4D6D90B}"/>
          </ac:spMkLst>
        </pc:spChg>
        <pc:spChg chg="mod">
          <ac:chgData name="Thomas E. Allen" userId="fac1e450-38fb-4bf3-b565-8fec8795d0e7" providerId="ADAL" clId="{7E3A5CB4-CCF8-5D69-894C-14E127D6541A}" dt="2025-11-10T13:48:25.412" v="636" actId="20577"/>
          <ac:spMkLst>
            <pc:docMk/>
            <pc:sldMk cId="1169048495" sldId="265"/>
            <ac:spMk id="3" creationId="{D90010ED-60D0-2164-6AF5-60B0EDE1B0BD}"/>
          </ac:spMkLst>
        </pc:spChg>
      </pc:sldChg>
      <pc:sldChg chg="addSp delSp modSp new mod setBg modAnim">
        <pc:chgData name="Thomas E. Allen" userId="fac1e450-38fb-4bf3-b565-8fec8795d0e7" providerId="ADAL" clId="{7E3A5CB4-CCF8-5D69-894C-14E127D6541A}" dt="2025-11-10T14:02:07.994" v="1138" actId="113"/>
        <pc:sldMkLst>
          <pc:docMk/>
          <pc:sldMk cId="1921002734" sldId="266"/>
        </pc:sldMkLst>
        <pc:spChg chg="mod">
          <ac:chgData name="Thomas E. Allen" userId="fac1e450-38fb-4bf3-b565-8fec8795d0e7" providerId="ADAL" clId="{7E3A5CB4-CCF8-5D69-894C-14E127D6541A}" dt="2025-11-10T13:59:12.393" v="1131" actId="313"/>
          <ac:spMkLst>
            <pc:docMk/>
            <pc:sldMk cId="1921002734" sldId="266"/>
            <ac:spMk id="2" creationId="{C9B649FB-49C3-5CBF-F52A-96EFD1900D86}"/>
          </ac:spMkLst>
        </pc:spChg>
        <pc:spChg chg="add del mod">
          <ac:chgData name="Thomas E. Allen" userId="fac1e450-38fb-4bf3-b565-8fec8795d0e7" providerId="ADAL" clId="{7E3A5CB4-CCF8-5D69-894C-14E127D6541A}" dt="2025-11-10T14:02:07.994" v="1138" actId="113"/>
          <ac:spMkLst>
            <pc:docMk/>
            <pc:sldMk cId="1921002734" sldId="266"/>
            <ac:spMk id="3" creationId="{BB55D5F5-196D-7066-80A6-14C205168A4D}"/>
          </ac:spMkLst>
        </pc:spChg>
        <pc:spChg chg="add del">
          <ac:chgData name="Thomas E. Allen" userId="fac1e450-38fb-4bf3-b565-8fec8795d0e7" providerId="ADAL" clId="{7E3A5CB4-CCF8-5D69-894C-14E127D6541A}" dt="2025-11-10T13:59:08.338" v="1127" actId="26606"/>
          <ac:spMkLst>
            <pc:docMk/>
            <pc:sldMk cId="1921002734" sldId="266"/>
            <ac:spMk id="9" creationId="{2659FDB4-FCBE-4A89-B46D-43D4FA54464D}"/>
          </ac:spMkLst>
        </pc:spChg>
        <pc:graphicFrameChg chg="add del">
          <ac:chgData name="Thomas E. Allen" userId="fac1e450-38fb-4bf3-b565-8fec8795d0e7" providerId="ADAL" clId="{7E3A5CB4-CCF8-5D69-894C-14E127D6541A}" dt="2025-11-10T13:59:08.338" v="1127" actId="26606"/>
          <ac:graphicFrameMkLst>
            <pc:docMk/>
            <pc:sldMk cId="1921002734" sldId="266"/>
            <ac:graphicFrameMk id="5" creationId="{3A6303C9-0170-B677-E898-7FB1E7066162}"/>
          </ac:graphicFrameMkLst>
        </pc:graphicFrameChg>
        <pc:cxnChg chg="add del">
          <ac:chgData name="Thomas E. Allen" userId="fac1e450-38fb-4bf3-b565-8fec8795d0e7" providerId="ADAL" clId="{7E3A5CB4-CCF8-5D69-894C-14E127D6541A}" dt="2025-11-10T13:59:08.338" v="1127" actId="26606"/>
          <ac:cxnSpMkLst>
            <pc:docMk/>
            <pc:sldMk cId="1921002734" sldId="266"/>
            <ac:cxnSpMk id="11" creationId="{C8F51B3F-8331-4E4A-AE96-D47B1006EEAD}"/>
          </ac:cxnSpMkLst>
        </pc:cxnChg>
      </pc:sldChg>
      <pc:sldChg chg="modSp add ord modAnim">
        <pc:chgData name="Thomas E. Allen" userId="fac1e450-38fb-4bf3-b565-8fec8795d0e7" providerId="ADAL" clId="{7E3A5CB4-CCF8-5D69-894C-14E127D6541A}" dt="2025-11-10T15:12:55.306" v="2167" actId="113"/>
        <pc:sldMkLst>
          <pc:docMk/>
          <pc:sldMk cId="922611446" sldId="267"/>
        </pc:sldMkLst>
        <pc:spChg chg="mod">
          <ac:chgData name="Thomas E. Allen" userId="fac1e450-38fb-4bf3-b565-8fec8795d0e7" providerId="ADAL" clId="{7E3A5CB4-CCF8-5D69-894C-14E127D6541A}" dt="2025-11-10T14:03:11.293" v="1145"/>
          <ac:spMkLst>
            <pc:docMk/>
            <pc:sldMk cId="922611446" sldId="267"/>
            <ac:spMk id="2" creationId="{DD027A3A-F959-64DB-52F5-4410ED642DB4}"/>
          </ac:spMkLst>
        </pc:spChg>
        <pc:spChg chg="mod">
          <ac:chgData name="Thomas E. Allen" userId="fac1e450-38fb-4bf3-b565-8fec8795d0e7" providerId="ADAL" clId="{7E3A5CB4-CCF8-5D69-894C-14E127D6541A}" dt="2025-11-10T15:12:55.306" v="2167" actId="113"/>
          <ac:spMkLst>
            <pc:docMk/>
            <pc:sldMk cId="922611446" sldId="267"/>
            <ac:spMk id="3" creationId="{F4C15D71-1195-4767-64DC-114D42597189}"/>
          </ac:spMkLst>
        </pc:spChg>
      </pc:sldChg>
      <pc:sldChg chg="modSp add ord modAnim">
        <pc:chgData name="Thomas E. Allen" userId="fac1e450-38fb-4bf3-b565-8fec8795d0e7" providerId="ADAL" clId="{7E3A5CB4-CCF8-5D69-894C-14E127D6541A}" dt="2025-11-10T14:10:04.833" v="1176" actId="20577"/>
        <pc:sldMkLst>
          <pc:docMk/>
          <pc:sldMk cId="1302055026" sldId="268"/>
        </pc:sldMkLst>
        <pc:spChg chg="mod">
          <ac:chgData name="Thomas E. Allen" userId="fac1e450-38fb-4bf3-b565-8fec8795d0e7" providerId="ADAL" clId="{7E3A5CB4-CCF8-5D69-894C-14E127D6541A}" dt="2025-11-10T14:09:29.627" v="1159"/>
          <ac:spMkLst>
            <pc:docMk/>
            <pc:sldMk cId="1302055026" sldId="268"/>
            <ac:spMk id="2" creationId="{7824B21B-A9A5-C274-6827-281D15073474}"/>
          </ac:spMkLst>
        </pc:spChg>
        <pc:spChg chg="mod">
          <ac:chgData name="Thomas E. Allen" userId="fac1e450-38fb-4bf3-b565-8fec8795d0e7" providerId="ADAL" clId="{7E3A5CB4-CCF8-5D69-894C-14E127D6541A}" dt="2025-11-10T14:10:04.833" v="1176" actId="20577"/>
          <ac:spMkLst>
            <pc:docMk/>
            <pc:sldMk cId="1302055026" sldId="268"/>
            <ac:spMk id="3" creationId="{9D3D58C2-B367-2A99-424E-1A3F5EF9CB14}"/>
          </ac:spMkLst>
        </pc:spChg>
      </pc:sldChg>
      <pc:sldChg chg="addSp delSp modSp add mod ord setBg modAnim">
        <pc:chgData name="Thomas E. Allen" userId="fac1e450-38fb-4bf3-b565-8fec8795d0e7" providerId="ADAL" clId="{7E3A5CB4-CCF8-5D69-894C-14E127D6541A}" dt="2025-11-10T14:22:21.131" v="1338" actId="26606"/>
        <pc:sldMkLst>
          <pc:docMk/>
          <pc:sldMk cId="90655296" sldId="269"/>
        </pc:sldMkLst>
        <pc:spChg chg="mod">
          <ac:chgData name="Thomas E. Allen" userId="fac1e450-38fb-4bf3-b565-8fec8795d0e7" providerId="ADAL" clId="{7E3A5CB4-CCF8-5D69-894C-14E127D6541A}" dt="2025-11-10T14:22:21.131" v="1338" actId="26606"/>
          <ac:spMkLst>
            <pc:docMk/>
            <pc:sldMk cId="90655296" sldId="269"/>
            <ac:spMk id="2" creationId="{30BE44CB-AD51-B2DA-A465-A506D2651D14}"/>
          </ac:spMkLst>
        </pc:spChg>
        <pc:spChg chg="add del mod">
          <ac:chgData name="Thomas E. Allen" userId="fac1e450-38fb-4bf3-b565-8fec8795d0e7" providerId="ADAL" clId="{7E3A5CB4-CCF8-5D69-894C-14E127D6541A}" dt="2025-11-10T14:21:59.759" v="1333" actId="12084"/>
          <ac:spMkLst>
            <pc:docMk/>
            <pc:sldMk cId="90655296" sldId="269"/>
            <ac:spMk id="3" creationId="{CCA55DFB-7DC1-8F53-B08E-EF4A2ABFFE49}"/>
          </ac:spMkLst>
        </pc:spChg>
        <pc:spChg chg="add del">
          <ac:chgData name="Thomas E. Allen" userId="fac1e450-38fb-4bf3-b565-8fec8795d0e7" providerId="ADAL" clId="{7E3A5CB4-CCF8-5D69-894C-14E127D6541A}" dt="2025-11-10T14:22:18.141" v="1335" actId="26606"/>
          <ac:spMkLst>
            <pc:docMk/>
            <pc:sldMk cId="90655296" sldId="269"/>
            <ac:spMk id="11" creationId="{BACC6370-2D7E-4714-9D71-7542949D7D5D}"/>
          </ac:spMkLst>
        </pc:spChg>
        <pc:spChg chg="add del">
          <ac:chgData name="Thomas E. Allen" userId="fac1e450-38fb-4bf3-b565-8fec8795d0e7" providerId="ADAL" clId="{7E3A5CB4-CCF8-5D69-894C-14E127D6541A}" dt="2025-11-10T14:22:18.141" v="1335" actId="26606"/>
          <ac:spMkLst>
            <pc:docMk/>
            <pc:sldMk cId="90655296" sldId="269"/>
            <ac:spMk id="13" creationId="{F68B3F68-107C-434F-AA38-110D5EA91B85}"/>
          </ac:spMkLst>
        </pc:spChg>
        <pc:spChg chg="add del">
          <ac:chgData name="Thomas E. Allen" userId="fac1e450-38fb-4bf3-b565-8fec8795d0e7" providerId="ADAL" clId="{7E3A5CB4-CCF8-5D69-894C-14E127D6541A}" dt="2025-11-10T14:22:18.141" v="1335" actId="26606"/>
          <ac:spMkLst>
            <pc:docMk/>
            <pc:sldMk cId="90655296" sldId="269"/>
            <ac:spMk id="15" creationId="{AAD0DBB9-1A4B-4391-81D4-CB19F9AB918A}"/>
          </ac:spMkLst>
        </pc:spChg>
        <pc:spChg chg="add del">
          <ac:chgData name="Thomas E. Allen" userId="fac1e450-38fb-4bf3-b565-8fec8795d0e7" providerId="ADAL" clId="{7E3A5CB4-CCF8-5D69-894C-14E127D6541A}" dt="2025-11-10T14:22:18.141" v="1335" actId="26606"/>
          <ac:spMkLst>
            <pc:docMk/>
            <pc:sldMk cId="90655296" sldId="269"/>
            <ac:spMk id="17" creationId="{063BBA22-50EA-4C4D-BE05-F1CE4E63AA56}"/>
          </ac:spMkLst>
        </pc:spChg>
        <pc:spChg chg="add del">
          <ac:chgData name="Thomas E. Allen" userId="fac1e450-38fb-4bf3-b565-8fec8795d0e7" providerId="ADAL" clId="{7E3A5CB4-CCF8-5D69-894C-14E127D6541A}" dt="2025-11-10T14:22:21.110" v="1337" actId="26606"/>
          <ac:spMkLst>
            <pc:docMk/>
            <pc:sldMk cId="90655296" sldId="269"/>
            <ac:spMk id="19" creationId="{35DB3719-6FDC-4E5D-891D-FF40B7300F64}"/>
          </ac:spMkLst>
        </pc:spChg>
        <pc:spChg chg="add del">
          <ac:chgData name="Thomas E. Allen" userId="fac1e450-38fb-4bf3-b565-8fec8795d0e7" providerId="ADAL" clId="{7E3A5CB4-CCF8-5D69-894C-14E127D6541A}" dt="2025-11-10T14:22:21.110" v="1337" actId="26606"/>
          <ac:spMkLst>
            <pc:docMk/>
            <pc:sldMk cId="90655296" sldId="269"/>
            <ac:spMk id="20" creationId="{E0CBAC23-2E3F-4A90-BA59-F8299F6A5439}"/>
          </ac:spMkLst>
        </pc:spChg>
        <pc:spChg chg="add">
          <ac:chgData name="Thomas E. Allen" userId="fac1e450-38fb-4bf3-b565-8fec8795d0e7" providerId="ADAL" clId="{7E3A5CB4-CCF8-5D69-894C-14E127D6541A}" dt="2025-11-10T14:22:21.131" v="1338" actId="26606"/>
          <ac:spMkLst>
            <pc:docMk/>
            <pc:sldMk cId="90655296" sldId="269"/>
            <ac:spMk id="22" creationId="{BACC6370-2D7E-4714-9D71-7542949D7D5D}"/>
          </ac:spMkLst>
        </pc:spChg>
        <pc:spChg chg="add">
          <ac:chgData name="Thomas E. Allen" userId="fac1e450-38fb-4bf3-b565-8fec8795d0e7" providerId="ADAL" clId="{7E3A5CB4-CCF8-5D69-894C-14E127D6541A}" dt="2025-11-10T14:22:21.131" v="1338" actId="26606"/>
          <ac:spMkLst>
            <pc:docMk/>
            <pc:sldMk cId="90655296" sldId="269"/>
            <ac:spMk id="23" creationId="{F68B3F68-107C-434F-AA38-110D5EA91B85}"/>
          </ac:spMkLst>
        </pc:spChg>
        <pc:spChg chg="add">
          <ac:chgData name="Thomas E. Allen" userId="fac1e450-38fb-4bf3-b565-8fec8795d0e7" providerId="ADAL" clId="{7E3A5CB4-CCF8-5D69-894C-14E127D6541A}" dt="2025-11-10T14:22:21.131" v="1338" actId="26606"/>
          <ac:spMkLst>
            <pc:docMk/>
            <pc:sldMk cId="90655296" sldId="269"/>
            <ac:spMk id="24" creationId="{AAD0DBB9-1A4B-4391-81D4-CB19F9AB918A}"/>
          </ac:spMkLst>
        </pc:spChg>
        <pc:spChg chg="add">
          <ac:chgData name="Thomas E. Allen" userId="fac1e450-38fb-4bf3-b565-8fec8795d0e7" providerId="ADAL" clId="{7E3A5CB4-CCF8-5D69-894C-14E127D6541A}" dt="2025-11-10T14:22:21.131" v="1338" actId="26606"/>
          <ac:spMkLst>
            <pc:docMk/>
            <pc:sldMk cId="90655296" sldId="269"/>
            <ac:spMk id="25" creationId="{063BBA22-50EA-4C4D-BE05-F1CE4E63AA56}"/>
          </ac:spMkLst>
        </pc:spChg>
        <pc:graphicFrameChg chg="add mod">
          <ac:chgData name="Thomas E. Allen" userId="fac1e450-38fb-4bf3-b565-8fec8795d0e7" providerId="ADAL" clId="{7E3A5CB4-CCF8-5D69-894C-14E127D6541A}" dt="2025-11-10T14:21:33.882" v="1324" actId="12084"/>
          <ac:graphicFrameMkLst>
            <pc:docMk/>
            <pc:sldMk cId="90655296" sldId="269"/>
            <ac:graphicFrameMk id="4" creationId="{2F32D180-9DBC-B5E5-887C-8F7629E10311}"/>
          </ac:graphicFrameMkLst>
        </pc:graphicFrameChg>
        <pc:graphicFrameChg chg="add mod">
          <ac:chgData name="Thomas E. Allen" userId="fac1e450-38fb-4bf3-b565-8fec8795d0e7" providerId="ADAL" clId="{7E3A5CB4-CCF8-5D69-894C-14E127D6541A}" dt="2025-11-10T14:21:53.715" v="1332" actId="12084"/>
          <ac:graphicFrameMkLst>
            <pc:docMk/>
            <pc:sldMk cId="90655296" sldId="269"/>
            <ac:graphicFrameMk id="5" creationId="{AC1F24E4-651F-5D7E-0BAE-0685AD5C8608}"/>
          </ac:graphicFrameMkLst>
        </pc:graphicFrameChg>
        <pc:graphicFrameChg chg="add mod modGraphic">
          <ac:chgData name="Thomas E. Allen" userId="fac1e450-38fb-4bf3-b565-8fec8795d0e7" providerId="ADAL" clId="{7E3A5CB4-CCF8-5D69-894C-14E127D6541A}" dt="2025-11-10T14:22:21.131" v="1338" actId="26606"/>
          <ac:graphicFrameMkLst>
            <pc:docMk/>
            <pc:sldMk cId="90655296" sldId="269"/>
            <ac:graphicFrameMk id="6" creationId="{07049F21-9D35-09C8-A726-B83AF906EA63}"/>
          </ac:graphicFrameMkLst>
        </pc:graphicFrameChg>
      </pc:sldChg>
      <pc:sldChg chg="add del ord modAnim">
        <pc:chgData name="Thomas E. Allen" userId="fac1e450-38fb-4bf3-b565-8fec8795d0e7" providerId="ADAL" clId="{7E3A5CB4-CCF8-5D69-894C-14E127D6541A}" dt="2025-11-10T15:05:49.315" v="2075" actId="2696"/>
        <pc:sldMkLst>
          <pc:docMk/>
          <pc:sldMk cId="3630061459" sldId="270"/>
        </pc:sldMkLst>
      </pc:sldChg>
      <pc:sldChg chg="modSp add ord modAnim">
        <pc:chgData name="Thomas E. Allen" userId="fac1e450-38fb-4bf3-b565-8fec8795d0e7" providerId="ADAL" clId="{7E3A5CB4-CCF8-5D69-894C-14E127D6541A}" dt="2025-11-10T14:35:41.843" v="1502"/>
        <pc:sldMkLst>
          <pc:docMk/>
          <pc:sldMk cId="1509931789" sldId="271"/>
        </pc:sldMkLst>
        <pc:spChg chg="mod">
          <ac:chgData name="Thomas E. Allen" userId="fac1e450-38fb-4bf3-b565-8fec8795d0e7" providerId="ADAL" clId="{7E3A5CB4-CCF8-5D69-894C-14E127D6541A}" dt="2025-11-10T14:34:57.259" v="1496"/>
          <ac:spMkLst>
            <pc:docMk/>
            <pc:sldMk cId="1509931789" sldId="271"/>
            <ac:spMk id="2" creationId="{DF27355A-982D-BB7C-0811-9A12E847AB57}"/>
          </ac:spMkLst>
        </pc:spChg>
        <pc:spChg chg="mod">
          <ac:chgData name="Thomas E. Allen" userId="fac1e450-38fb-4bf3-b565-8fec8795d0e7" providerId="ADAL" clId="{7E3A5CB4-CCF8-5D69-894C-14E127D6541A}" dt="2025-11-10T14:35:24.727" v="1500" actId="20577"/>
          <ac:spMkLst>
            <pc:docMk/>
            <pc:sldMk cId="1509931789" sldId="271"/>
            <ac:spMk id="3" creationId="{19FD18C6-0B26-C5DD-3997-7D9F354918C9}"/>
          </ac:spMkLst>
        </pc:spChg>
      </pc:sldChg>
      <pc:sldChg chg="modSp add mod ord modAnim">
        <pc:chgData name="Thomas E. Allen" userId="fac1e450-38fb-4bf3-b565-8fec8795d0e7" providerId="ADAL" clId="{7E3A5CB4-CCF8-5D69-894C-14E127D6541A}" dt="2025-11-10T14:57:03.357" v="1960"/>
        <pc:sldMkLst>
          <pc:docMk/>
          <pc:sldMk cId="1751889442" sldId="272"/>
        </pc:sldMkLst>
        <pc:spChg chg="mod">
          <ac:chgData name="Thomas E. Allen" userId="fac1e450-38fb-4bf3-b565-8fec8795d0e7" providerId="ADAL" clId="{7E3A5CB4-CCF8-5D69-894C-14E127D6541A}" dt="2025-11-10T14:55:38.380" v="1916" actId="20577"/>
          <ac:spMkLst>
            <pc:docMk/>
            <pc:sldMk cId="1751889442" sldId="272"/>
            <ac:spMk id="2" creationId="{E514DF34-A53E-CBBE-48BA-C4552A548D06}"/>
          </ac:spMkLst>
        </pc:spChg>
        <pc:spChg chg="mod">
          <ac:chgData name="Thomas E. Allen" userId="fac1e450-38fb-4bf3-b565-8fec8795d0e7" providerId="ADAL" clId="{7E3A5CB4-CCF8-5D69-894C-14E127D6541A}" dt="2025-11-10T14:56:59.295" v="1959" actId="113"/>
          <ac:spMkLst>
            <pc:docMk/>
            <pc:sldMk cId="1751889442" sldId="272"/>
            <ac:spMk id="3" creationId="{B4414849-DC57-A3D7-A619-6C54CF060F79}"/>
          </ac:spMkLst>
        </pc:spChg>
      </pc:sldChg>
      <pc:sldChg chg="modSp add ord modAnim">
        <pc:chgData name="Thomas E. Allen" userId="fac1e450-38fb-4bf3-b565-8fec8795d0e7" providerId="ADAL" clId="{7E3A5CB4-CCF8-5D69-894C-14E127D6541A}" dt="2025-11-10T14:50:31.697" v="1846"/>
        <pc:sldMkLst>
          <pc:docMk/>
          <pc:sldMk cId="3565970313" sldId="273"/>
        </pc:sldMkLst>
        <pc:spChg chg="mod">
          <ac:chgData name="Thomas E. Allen" userId="fac1e450-38fb-4bf3-b565-8fec8795d0e7" providerId="ADAL" clId="{7E3A5CB4-CCF8-5D69-894C-14E127D6541A}" dt="2025-11-10T14:50:13.262" v="1844"/>
          <ac:spMkLst>
            <pc:docMk/>
            <pc:sldMk cId="3565970313" sldId="273"/>
            <ac:spMk id="2" creationId="{45A733FC-8017-0D62-F9AE-75532B785AA6}"/>
          </ac:spMkLst>
        </pc:spChg>
        <pc:spChg chg="mod">
          <ac:chgData name="Thomas E. Allen" userId="fac1e450-38fb-4bf3-b565-8fec8795d0e7" providerId="ADAL" clId="{7E3A5CB4-CCF8-5D69-894C-14E127D6541A}" dt="2025-11-10T14:50:19.463" v="1845"/>
          <ac:spMkLst>
            <pc:docMk/>
            <pc:sldMk cId="3565970313" sldId="273"/>
            <ac:spMk id="3" creationId="{174EEF2C-AE5C-220C-11B1-211762BB2C2A}"/>
          </ac:spMkLst>
        </pc:spChg>
      </pc:sldChg>
      <pc:sldChg chg="modSp new mod">
        <pc:chgData name="Thomas E. Allen" userId="fac1e450-38fb-4bf3-b565-8fec8795d0e7" providerId="ADAL" clId="{7E3A5CB4-CCF8-5D69-894C-14E127D6541A}" dt="2025-11-10T13:51:46.078" v="1060" actId="20577"/>
        <pc:sldMkLst>
          <pc:docMk/>
          <pc:sldMk cId="1840952644" sldId="274"/>
        </pc:sldMkLst>
        <pc:spChg chg="mod">
          <ac:chgData name="Thomas E. Allen" userId="fac1e450-38fb-4bf3-b565-8fec8795d0e7" providerId="ADAL" clId="{7E3A5CB4-CCF8-5D69-894C-14E127D6541A}" dt="2025-11-10T13:51:46.078" v="1060" actId="20577"/>
          <ac:spMkLst>
            <pc:docMk/>
            <pc:sldMk cId="1840952644" sldId="274"/>
            <ac:spMk id="2" creationId="{573AD0A2-CBFD-29C5-1D8C-5905B7330CE6}"/>
          </ac:spMkLst>
        </pc:spChg>
        <pc:spChg chg="mod">
          <ac:chgData name="Thomas E. Allen" userId="fac1e450-38fb-4bf3-b565-8fec8795d0e7" providerId="ADAL" clId="{7E3A5CB4-CCF8-5D69-894C-14E127D6541A}" dt="2025-11-10T13:50:34.766" v="835" actId="20577"/>
          <ac:spMkLst>
            <pc:docMk/>
            <pc:sldMk cId="1840952644" sldId="274"/>
            <ac:spMk id="3" creationId="{7B649E5E-03A2-01DB-25BD-C3CF6BF0090D}"/>
          </ac:spMkLst>
        </pc:spChg>
      </pc:sldChg>
      <pc:sldChg chg="modSp add mod ord modNotesTx">
        <pc:chgData name="Thomas E. Allen" userId="fac1e450-38fb-4bf3-b565-8fec8795d0e7" providerId="ADAL" clId="{7E3A5CB4-CCF8-5D69-894C-14E127D6541A}" dt="2025-11-10T15:04:32.622" v="2047" actId="20577"/>
        <pc:sldMkLst>
          <pc:docMk/>
          <pc:sldMk cId="3923262861" sldId="275"/>
        </pc:sldMkLst>
        <pc:spChg chg="mod">
          <ac:chgData name="Thomas E. Allen" userId="fac1e450-38fb-4bf3-b565-8fec8795d0e7" providerId="ADAL" clId="{7E3A5CB4-CCF8-5D69-894C-14E127D6541A}" dt="2025-11-10T15:02:26.382" v="2031" actId="20577"/>
          <ac:spMkLst>
            <pc:docMk/>
            <pc:sldMk cId="3923262861" sldId="275"/>
            <ac:spMk id="3" creationId="{783CCFDE-F830-9554-4FEC-0381DFE824E6}"/>
          </ac:spMkLst>
        </pc:spChg>
      </pc:sldChg>
      <pc:sldChg chg="modSp new modAnim">
        <pc:chgData name="Thomas E. Allen" userId="fac1e450-38fb-4bf3-b565-8fec8795d0e7" providerId="ADAL" clId="{7E3A5CB4-CCF8-5D69-894C-14E127D6541A}" dt="2025-11-10T15:13:08.386" v="2171" actId="113"/>
        <pc:sldMkLst>
          <pc:docMk/>
          <pc:sldMk cId="3075509014" sldId="276"/>
        </pc:sldMkLst>
        <pc:spChg chg="mod">
          <ac:chgData name="Thomas E. Allen" userId="fac1e450-38fb-4bf3-b565-8fec8795d0e7" providerId="ADAL" clId="{7E3A5CB4-CCF8-5D69-894C-14E127D6541A}" dt="2025-11-10T14:03:42.806" v="1148"/>
          <ac:spMkLst>
            <pc:docMk/>
            <pc:sldMk cId="3075509014" sldId="276"/>
            <ac:spMk id="2" creationId="{EAA37473-A77F-20BA-C205-C2C7469DB91F}"/>
          </ac:spMkLst>
        </pc:spChg>
        <pc:spChg chg="mod">
          <ac:chgData name="Thomas E. Allen" userId="fac1e450-38fb-4bf3-b565-8fec8795d0e7" providerId="ADAL" clId="{7E3A5CB4-CCF8-5D69-894C-14E127D6541A}" dt="2025-11-10T15:13:08.386" v="2171" actId="113"/>
          <ac:spMkLst>
            <pc:docMk/>
            <pc:sldMk cId="3075509014" sldId="276"/>
            <ac:spMk id="3" creationId="{08888540-2FD9-F5C0-6FA0-9203D9910F3C}"/>
          </ac:spMkLst>
        </pc:spChg>
      </pc:sldChg>
      <pc:sldChg chg="modSp new mod modAnim">
        <pc:chgData name="Thomas E. Allen" userId="fac1e450-38fb-4bf3-b565-8fec8795d0e7" providerId="ADAL" clId="{7E3A5CB4-CCF8-5D69-894C-14E127D6541A}" dt="2025-11-10T15:13:52.388" v="2206" actId="20577"/>
        <pc:sldMkLst>
          <pc:docMk/>
          <pc:sldMk cId="3239979951" sldId="277"/>
        </pc:sldMkLst>
        <pc:spChg chg="mod">
          <ac:chgData name="Thomas E. Allen" userId="fac1e450-38fb-4bf3-b565-8fec8795d0e7" providerId="ADAL" clId="{7E3A5CB4-CCF8-5D69-894C-14E127D6541A}" dt="2025-11-10T14:03:52.153" v="1150"/>
          <ac:spMkLst>
            <pc:docMk/>
            <pc:sldMk cId="3239979951" sldId="277"/>
            <ac:spMk id="2" creationId="{D2838E1C-A55E-E5C2-3514-3B2D8EB783A4}"/>
          </ac:spMkLst>
        </pc:spChg>
        <pc:spChg chg="mod">
          <ac:chgData name="Thomas E. Allen" userId="fac1e450-38fb-4bf3-b565-8fec8795d0e7" providerId="ADAL" clId="{7E3A5CB4-CCF8-5D69-894C-14E127D6541A}" dt="2025-11-10T15:13:52.388" v="2206" actId="20577"/>
          <ac:spMkLst>
            <pc:docMk/>
            <pc:sldMk cId="3239979951" sldId="277"/>
            <ac:spMk id="3" creationId="{8D8AF628-2748-99E8-4308-F77C29FFB2FB}"/>
          </ac:spMkLst>
        </pc:spChg>
      </pc:sldChg>
      <pc:sldChg chg="modSp add modAnim">
        <pc:chgData name="Thomas E. Allen" userId="fac1e450-38fb-4bf3-b565-8fec8795d0e7" providerId="ADAL" clId="{7E3A5CB4-CCF8-5D69-894C-14E127D6541A}" dt="2025-11-10T14:10:41.930" v="1180"/>
        <pc:sldMkLst>
          <pc:docMk/>
          <pc:sldMk cId="2999479717" sldId="278"/>
        </pc:sldMkLst>
        <pc:spChg chg="mod">
          <ac:chgData name="Thomas E. Allen" userId="fac1e450-38fb-4bf3-b565-8fec8795d0e7" providerId="ADAL" clId="{7E3A5CB4-CCF8-5D69-894C-14E127D6541A}" dt="2025-11-10T14:10:31.710" v="1179"/>
          <ac:spMkLst>
            <pc:docMk/>
            <pc:sldMk cId="2999479717" sldId="278"/>
            <ac:spMk id="2" creationId="{27103217-C636-CE29-C0B1-1F596DEEFA8F}"/>
          </ac:spMkLst>
        </pc:spChg>
        <pc:spChg chg="mod">
          <ac:chgData name="Thomas E. Allen" userId="fac1e450-38fb-4bf3-b565-8fec8795d0e7" providerId="ADAL" clId="{7E3A5CB4-CCF8-5D69-894C-14E127D6541A}" dt="2025-11-10T14:10:41.930" v="1180"/>
          <ac:spMkLst>
            <pc:docMk/>
            <pc:sldMk cId="2999479717" sldId="278"/>
            <ac:spMk id="3" creationId="{F3FF2C3D-A7CE-F006-40B4-29E67C06667B}"/>
          </ac:spMkLst>
        </pc:spChg>
      </pc:sldChg>
      <pc:sldChg chg="modSp add modAnim modNotesTx">
        <pc:chgData name="Thomas E. Allen" userId="fac1e450-38fb-4bf3-b565-8fec8795d0e7" providerId="ADAL" clId="{7E3A5CB4-CCF8-5D69-894C-14E127D6541A}" dt="2025-11-10T14:14:44.653" v="1264" actId="20577"/>
        <pc:sldMkLst>
          <pc:docMk/>
          <pc:sldMk cId="2071007187" sldId="279"/>
        </pc:sldMkLst>
        <pc:spChg chg="mod">
          <ac:chgData name="Thomas E. Allen" userId="fac1e450-38fb-4bf3-b565-8fec8795d0e7" providerId="ADAL" clId="{7E3A5CB4-CCF8-5D69-894C-14E127D6541A}" dt="2025-11-10T14:10:57.792" v="1181"/>
          <ac:spMkLst>
            <pc:docMk/>
            <pc:sldMk cId="2071007187" sldId="279"/>
            <ac:spMk id="2" creationId="{6BA9DD19-0AF2-D6AE-49CF-510583CD53CF}"/>
          </ac:spMkLst>
        </pc:spChg>
        <pc:spChg chg="mod">
          <ac:chgData name="Thomas E. Allen" userId="fac1e450-38fb-4bf3-b565-8fec8795d0e7" providerId="ADAL" clId="{7E3A5CB4-CCF8-5D69-894C-14E127D6541A}" dt="2025-11-10T14:13:12.470" v="1254" actId="207"/>
          <ac:spMkLst>
            <pc:docMk/>
            <pc:sldMk cId="2071007187" sldId="279"/>
            <ac:spMk id="3" creationId="{B43FDAEA-9C09-825B-18C6-8683B2F1915F}"/>
          </ac:spMkLst>
        </pc:spChg>
      </pc:sldChg>
      <pc:sldChg chg="modSp new mod modAnim">
        <pc:chgData name="Thomas E. Allen" userId="fac1e450-38fb-4bf3-b565-8fec8795d0e7" providerId="ADAL" clId="{7E3A5CB4-CCF8-5D69-894C-14E127D6541A}" dt="2025-11-10T14:14:15.069" v="1263"/>
        <pc:sldMkLst>
          <pc:docMk/>
          <pc:sldMk cId="3971799990" sldId="280"/>
        </pc:sldMkLst>
        <pc:spChg chg="mod">
          <ac:chgData name="Thomas E. Allen" userId="fac1e450-38fb-4bf3-b565-8fec8795d0e7" providerId="ADAL" clId="{7E3A5CB4-CCF8-5D69-894C-14E127D6541A}" dt="2025-11-10T14:13:21.553" v="1261" actId="20577"/>
          <ac:spMkLst>
            <pc:docMk/>
            <pc:sldMk cId="3971799990" sldId="280"/>
            <ac:spMk id="2" creationId="{81DFD865-9F91-CD1A-FBC5-0F8CDC125CD7}"/>
          </ac:spMkLst>
        </pc:spChg>
        <pc:spChg chg="mod">
          <ac:chgData name="Thomas E. Allen" userId="fac1e450-38fb-4bf3-b565-8fec8795d0e7" providerId="ADAL" clId="{7E3A5CB4-CCF8-5D69-894C-14E127D6541A}" dt="2025-11-10T14:13:34.654" v="1262"/>
          <ac:spMkLst>
            <pc:docMk/>
            <pc:sldMk cId="3971799990" sldId="280"/>
            <ac:spMk id="3" creationId="{DF5A7C86-624C-E132-F0F3-1995AB3281A0}"/>
          </ac:spMkLst>
        </pc:spChg>
      </pc:sldChg>
      <pc:sldChg chg="add del">
        <pc:chgData name="Thomas E. Allen" userId="fac1e450-38fb-4bf3-b565-8fec8795d0e7" providerId="ADAL" clId="{7E3A5CB4-CCF8-5D69-894C-14E127D6541A}" dt="2025-11-10T14:14:54.112" v="1266" actId="2890"/>
        <pc:sldMkLst>
          <pc:docMk/>
          <pc:sldMk cId="943098871" sldId="281"/>
        </pc:sldMkLst>
      </pc:sldChg>
      <pc:sldChg chg="addSp delSp modSp new mod setBg modAnim">
        <pc:chgData name="Thomas E. Allen" userId="fac1e450-38fb-4bf3-b565-8fec8795d0e7" providerId="ADAL" clId="{7E3A5CB4-CCF8-5D69-894C-14E127D6541A}" dt="2025-11-10T15:14:51.812" v="2207"/>
        <pc:sldMkLst>
          <pc:docMk/>
          <pc:sldMk cId="2332851824" sldId="281"/>
        </pc:sldMkLst>
        <pc:spChg chg="mod">
          <ac:chgData name="Thomas E. Allen" userId="fac1e450-38fb-4bf3-b565-8fec8795d0e7" providerId="ADAL" clId="{7E3A5CB4-CCF8-5D69-894C-14E127D6541A}" dt="2025-11-10T14:27:40.504" v="1425" actId="20577"/>
          <ac:spMkLst>
            <pc:docMk/>
            <pc:sldMk cId="2332851824" sldId="281"/>
            <ac:spMk id="2" creationId="{E6519073-13C7-C149-FA03-3F3A090EC7E5}"/>
          </ac:spMkLst>
        </pc:spChg>
        <pc:spChg chg="add del mod">
          <ac:chgData name="Thomas E. Allen" userId="fac1e450-38fb-4bf3-b565-8fec8795d0e7" providerId="ADAL" clId="{7E3A5CB4-CCF8-5D69-894C-14E127D6541A}" dt="2025-11-10T14:27:09.625" v="1407" actId="20577"/>
          <ac:spMkLst>
            <pc:docMk/>
            <pc:sldMk cId="2332851824" sldId="281"/>
            <ac:spMk id="3" creationId="{A122BA21-77A4-903B-A1AE-BCAC8E056E14}"/>
          </ac:spMkLst>
        </pc:spChg>
        <pc:spChg chg="add del">
          <ac:chgData name="Thomas E. Allen" userId="fac1e450-38fb-4bf3-b565-8fec8795d0e7" providerId="ADAL" clId="{7E3A5CB4-CCF8-5D69-894C-14E127D6541A}" dt="2025-11-10T14:25:01.322" v="1380" actId="26606"/>
          <ac:spMkLst>
            <pc:docMk/>
            <pc:sldMk cId="2332851824" sldId="281"/>
            <ac:spMk id="8" creationId="{A2679492-7988-4050-9056-542444452411}"/>
          </ac:spMkLst>
        </pc:spChg>
        <pc:spChg chg="add del">
          <ac:chgData name="Thomas E. Allen" userId="fac1e450-38fb-4bf3-b565-8fec8795d0e7" providerId="ADAL" clId="{7E3A5CB4-CCF8-5D69-894C-14E127D6541A}" dt="2025-11-10T14:25:01.322" v="1380" actId="26606"/>
          <ac:spMkLst>
            <pc:docMk/>
            <pc:sldMk cId="2332851824" sldId="281"/>
            <ac:spMk id="10" creationId="{B091B163-7D61-4891-ABCF-5C13D9C418D0}"/>
          </ac:spMkLst>
        </pc:spChg>
        <pc:spChg chg="add del">
          <ac:chgData name="Thomas E. Allen" userId="fac1e450-38fb-4bf3-b565-8fec8795d0e7" providerId="ADAL" clId="{7E3A5CB4-CCF8-5D69-894C-14E127D6541A}" dt="2025-11-10T14:25:02.244" v="1382" actId="26606"/>
          <ac:spMkLst>
            <pc:docMk/>
            <pc:sldMk cId="2332851824" sldId="281"/>
            <ac:spMk id="16" creationId="{E3020543-B24B-4EC4-8FFC-8DD88EEA91A8}"/>
          </ac:spMkLst>
        </pc:spChg>
        <pc:spChg chg="add del">
          <ac:chgData name="Thomas E. Allen" userId="fac1e450-38fb-4bf3-b565-8fec8795d0e7" providerId="ADAL" clId="{7E3A5CB4-CCF8-5D69-894C-14E127D6541A}" dt="2025-11-10T14:25:02.244" v="1382" actId="26606"/>
          <ac:spMkLst>
            <pc:docMk/>
            <pc:sldMk cId="2332851824" sldId="281"/>
            <ac:spMk id="19" creationId="{327D73B4-9F5C-4A64-A179-51B9500CB8B5}"/>
          </ac:spMkLst>
        </pc:spChg>
        <pc:spChg chg="add del">
          <ac:chgData name="Thomas E. Allen" userId="fac1e450-38fb-4bf3-b565-8fec8795d0e7" providerId="ADAL" clId="{7E3A5CB4-CCF8-5D69-894C-14E127D6541A}" dt="2025-11-10T14:25:02.244" v="1382" actId="26606"/>
          <ac:spMkLst>
            <pc:docMk/>
            <pc:sldMk cId="2332851824" sldId="281"/>
            <ac:spMk id="20" creationId="{C1F06963-6374-4B48-844F-071A9BAAAE02}"/>
          </ac:spMkLst>
        </pc:spChg>
        <pc:spChg chg="add del">
          <ac:chgData name="Thomas E. Allen" userId="fac1e450-38fb-4bf3-b565-8fec8795d0e7" providerId="ADAL" clId="{7E3A5CB4-CCF8-5D69-894C-14E127D6541A}" dt="2025-11-10T14:25:02.244" v="1382" actId="26606"/>
          <ac:spMkLst>
            <pc:docMk/>
            <pc:sldMk cId="2332851824" sldId="281"/>
            <ac:spMk id="21" creationId="{6CB927A4-E432-4310-9CD5-E89FF5063179}"/>
          </ac:spMkLst>
        </pc:spChg>
        <pc:spChg chg="add del">
          <ac:chgData name="Thomas E. Allen" userId="fac1e450-38fb-4bf3-b565-8fec8795d0e7" providerId="ADAL" clId="{7E3A5CB4-CCF8-5D69-894C-14E127D6541A}" dt="2025-11-10T14:25:02.244" v="1382" actId="26606"/>
          <ac:spMkLst>
            <pc:docMk/>
            <pc:sldMk cId="2332851824" sldId="281"/>
            <ac:spMk id="22" creationId="{1453BF6C-B012-48B7-B4E8-6D7AC7C27D02}"/>
          </ac:spMkLst>
        </pc:spChg>
        <pc:spChg chg="add">
          <ac:chgData name="Thomas E. Allen" userId="fac1e450-38fb-4bf3-b565-8fec8795d0e7" providerId="ADAL" clId="{7E3A5CB4-CCF8-5D69-894C-14E127D6541A}" dt="2025-11-10T14:25:02.252" v="1383" actId="26606"/>
          <ac:spMkLst>
            <pc:docMk/>
            <pc:sldMk cId="2332851824" sldId="281"/>
            <ac:spMk id="24" creationId="{A2679492-7988-4050-9056-542444452411}"/>
          </ac:spMkLst>
        </pc:spChg>
        <pc:spChg chg="add">
          <ac:chgData name="Thomas E. Allen" userId="fac1e450-38fb-4bf3-b565-8fec8795d0e7" providerId="ADAL" clId="{7E3A5CB4-CCF8-5D69-894C-14E127D6541A}" dt="2025-11-10T14:25:02.252" v="1383" actId="26606"/>
          <ac:spMkLst>
            <pc:docMk/>
            <pc:sldMk cId="2332851824" sldId="281"/>
            <ac:spMk id="25" creationId="{B091B163-7D61-4891-ABCF-5C13D9C418D0}"/>
          </ac:spMkLst>
        </pc:spChg>
        <pc:grpChg chg="add del">
          <ac:chgData name="Thomas E. Allen" userId="fac1e450-38fb-4bf3-b565-8fec8795d0e7" providerId="ADAL" clId="{7E3A5CB4-CCF8-5D69-894C-14E127D6541A}" dt="2025-11-10T14:25:01.322" v="1380" actId="26606"/>
          <ac:grpSpMkLst>
            <pc:docMk/>
            <pc:sldMk cId="2332851824" sldId="281"/>
            <ac:grpSpMk id="12" creationId="{0474DF76-993E-44DE-AFB0-C416182ACECF}"/>
          </ac:grpSpMkLst>
        </pc:grpChg>
        <pc:grpChg chg="add">
          <ac:chgData name="Thomas E. Allen" userId="fac1e450-38fb-4bf3-b565-8fec8795d0e7" providerId="ADAL" clId="{7E3A5CB4-CCF8-5D69-894C-14E127D6541A}" dt="2025-11-10T14:25:02.252" v="1383" actId="26606"/>
          <ac:grpSpMkLst>
            <pc:docMk/>
            <pc:sldMk cId="2332851824" sldId="281"/>
            <ac:grpSpMk id="26" creationId="{0474DF76-993E-44DE-AFB0-C416182ACECF}"/>
          </ac:grpSpMkLst>
        </pc:grpChg>
        <pc:graphicFrameChg chg="add mod">
          <ac:chgData name="Thomas E. Allen" userId="fac1e450-38fb-4bf3-b565-8fec8795d0e7" providerId="ADAL" clId="{7E3A5CB4-CCF8-5D69-894C-14E127D6541A}" dt="2025-11-10T14:24:05.739" v="1352" actId="12084"/>
          <ac:graphicFrameMkLst>
            <pc:docMk/>
            <pc:sldMk cId="2332851824" sldId="281"/>
            <ac:graphicFrameMk id="4" creationId="{8B629A23-A177-72FD-816B-59CDB93DF354}"/>
          </ac:graphicFrameMkLst>
        </pc:graphicFrameChg>
        <pc:cxnChg chg="add del">
          <ac:chgData name="Thomas E. Allen" userId="fac1e450-38fb-4bf3-b565-8fec8795d0e7" providerId="ADAL" clId="{7E3A5CB4-CCF8-5D69-894C-14E127D6541A}" dt="2025-11-10T14:25:01.322" v="1380" actId="26606"/>
          <ac:cxnSpMkLst>
            <pc:docMk/>
            <pc:sldMk cId="2332851824" sldId="281"/>
            <ac:cxnSpMk id="17" creationId="{C49DA8F6-BCC1-4447-B54C-57856834B94B}"/>
          </ac:cxnSpMkLst>
        </pc:cxnChg>
        <pc:cxnChg chg="add del">
          <ac:chgData name="Thomas E. Allen" userId="fac1e450-38fb-4bf3-b565-8fec8795d0e7" providerId="ADAL" clId="{7E3A5CB4-CCF8-5D69-894C-14E127D6541A}" dt="2025-11-10T14:25:02.244" v="1382" actId="26606"/>
          <ac:cxnSpMkLst>
            <pc:docMk/>
            <pc:sldMk cId="2332851824" sldId="281"/>
            <ac:cxnSpMk id="18" creationId="{C49DA8F6-BCC1-4447-B54C-57856834B94B}"/>
          </ac:cxnSpMkLst>
        </pc:cxnChg>
        <pc:cxnChg chg="add">
          <ac:chgData name="Thomas E. Allen" userId="fac1e450-38fb-4bf3-b565-8fec8795d0e7" providerId="ADAL" clId="{7E3A5CB4-CCF8-5D69-894C-14E127D6541A}" dt="2025-11-10T14:25:02.252" v="1383" actId="26606"/>
          <ac:cxnSpMkLst>
            <pc:docMk/>
            <pc:sldMk cId="2332851824" sldId="281"/>
            <ac:cxnSpMk id="27" creationId="{C49DA8F6-BCC1-4447-B54C-57856834B94B}"/>
          </ac:cxnSpMkLst>
        </pc:cxnChg>
      </pc:sldChg>
      <pc:sldChg chg="add del">
        <pc:chgData name="Thomas E. Allen" userId="fac1e450-38fb-4bf3-b565-8fec8795d0e7" providerId="ADAL" clId="{7E3A5CB4-CCF8-5D69-894C-14E127D6541A}" dt="2025-11-10T14:14:58.599" v="1268" actId="2890"/>
        <pc:sldMkLst>
          <pc:docMk/>
          <pc:sldMk cId="3860102298" sldId="281"/>
        </pc:sldMkLst>
      </pc:sldChg>
      <pc:sldChg chg="new del">
        <pc:chgData name="Thomas E. Allen" userId="fac1e450-38fb-4bf3-b565-8fec8795d0e7" providerId="ADAL" clId="{7E3A5CB4-CCF8-5D69-894C-14E127D6541A}" dt="2025-11-10T14:27:57.952" v="1426" actId="2696"/>
        <pc:sldMkLst>
          <pc:docMk/>
          <pc:sldMk cId="346108110" sldId="282"/>
        </pc:sldMkLst>
      </pc:sldChg>
      <pc:sldChg chg="modSp new mod modAnim modNotesTx">
        <pc:chgData name="Thomas E. Allen" userId="fac1e450-38fb-4bf3-b565-8fec8795d0e7" providerId="ADAL" clId="{7E3A5CB4-CCF8-5D69-894C-14E127D6541A}" dt="2025-11-10T14:30:09.559" v="1428" actId="20577"/>
        <pc:sldMkLst>
          <pc:docMk/>
          <pc:sldMk cId="163301440" sldId="283"/>
        </pc:sldMkLst>
        <pc:spChg chg="mod">
          <ac:chgData name="Thomas E. Allen" userId="fac1e450-38fb-4bf3-b565-8fec8795d0e7" providerId="ADAL" clId="{7E3A5CB4-CCF8-5D69-894C-14E127D6541A}" dt="2025-11-10T14:25:47.695" v="1389" actId="20577"/>
          <ac:spMkLst>
            <pc:docMk/>
            <pc:sldMk cId="163301440" sldId="283"/>
            <ac:spMk id="2" creationId="{804EA758-315D-99A0-C2D9-4A7488E86BD3}"/>
          </ac:spMkLst>
        </pc:spChg>
        <pc:spChg chg="mod">
          <ac:chgData name="Thomas E. Allen" userId="fac1e450-38fb-4bf3-b565-8fec8795d0e7" providerId="ADAL" clId="{7E3A5CB4-CCF8-5D69-894C-14E127D6541A}" dt="2025-11-10T14:25:54.363" v="1390"/>
          <ac:spMkLst>
            <pc:docMk/>
            <pc:sldMk cId="163301440" sldId="283"/>
            <ac:spMk id="3" creationId="{ED1BB410-44D9-E865-438F-73D67CDB6DE1}"/>
          </ac:spMkLst>
        </pc:spChg>
      </pc:sldChg>
      <pc:sldChg chg="modSp new mod modAnim modShow">
        <pc:chgData name="Thomas E. Allen" userId="fac1e450-38fb-4bf3-b565-8fec8795d0e7" providerId="ADAL" clId="{7E3A5CB4-CCF8-5D69-894C-14E127D6541A}" dt="2025-11-10T16:42:27.500" v="2208" actId="729"/>
        <pc:sldMkLst>
          <pc:docMk/>
          <pc:sldMk cId="481944346" sldId="284"/>
        </pc:sldMkLst>
        <pc:spChg chg="mod">
          <ac:chgData name="Thomas E. Allen" userId="fac1e450-38fb-4bf3-b565-8fec8795d0e7" providerId="ADAL" clId="{7E3A5CB4-CCF8-5D69-894C-14E127D6541A}" dt="2025-11-10T15:00:26.127" v="2022" actId="20577"/>
          <ac:spMkLst>
            <pc:docMk/>
            <pc:sldMk cId="481944346" sldId="284"/>
            <ac:spMk id="2" creationId="{7F20CB5D-068B-0A66-CEBB-8E5962F694FE}"/>
          </ac:spMkLst>
        </pc:spChg>
        <pc:spChg chg="mod">
          <ac:chgData name="Thomas E. Allen" userId="fac1e450-38fb-4bf3-b565-8fec8795d0e7" providerId="ADAL" clId="{7E3A5CB4-CCF8-5D69-894C-14E127D6541A}" dt="2025-11-10T14:32:18.181" v="1435"/>
          <ac:spMkLst>
            <pc:docMk/>
            <pc:sldMk cId="481944346" sldId="284"/>
            <ac:spMk id="3" creationId="{71D9B733-CB24-4602-7D43-7B8B9F9B8856}"/>
          </ac:spMkLst>
        </pc:spChg>
      </pc:sldChg>
      <pc:sldChg chg="modSp new mod ord modAnim">
        <pc:chgData name="Thomas E. Allen" userId="fac1e450-38fb-4bf3-b565-8fec8795d0e7" providerId="ADAL" clId="{7E3A5CB4-CCF8-5D69-894C-14E127D6541A}" dt="2025-11-10T15:00:05.420" v="2015"/>
        <pc:sldMkLst>
          <pc:docMk/>
          <pc:sldMk cId="3874841961" sldId="285"/>
        </pc:sldMkLst>
        <pc:spChg chg="mod">
          <ac:chgData name="Thomas E. Allen" userId="fac1e450-38fb-4bf3-b565-8fec8795d0e7" providerId="ADAL" clId="{7E3A5CB4-CCF8-5D69-894C-14E127D6541A}" dt="2025-11-10T14:31:55.367" v="1431"/>
          <ac:spMkLst>
            <pc:docMk/>
            <pc:sldMk cId="3874841961" sldId="285"/>
            <ac:spMk id="2" creationId="{094B47AF-CE7C-441C-486F-DA51D895F327}"/>
          </ac:spMkLst>
        </pc:spChg>
        <pc:spChg chg="mod">
          <ac:chgData name="Thomas E. Allen" userId="fac1e450-38fb-4bf3-b565-8fec8795d0e7" providerId="ADAL" clId="{7E3A5CB4-CCF8-5D69-894C-14E127D6541A}" dt="2025-11-10T14:32:43.243" v="1493" actId="20577"/>
          <ac:spMkLst>
            <pc:docMk/>
            <pc:sldMk cId="3874841961" sldId="285"/>
            <ac:spMk id="3" creationId="{8193F7F3-F146-BAA9-CDCA-76091FEA1854}"/>
          </ac:spMkLst>
        </pc:spChg>
      </pc:sldChg>
      <pc:sldChg chg="modSp new mod modAnim">
        <pc:chgData name="Thomas E. Allen" userId="fac1e450-38fb-4bf3-b565-8fec8795d0e7" providerId="ADAL" clId="{7E3A5CB4-CCF8-5D69-894C-14E127D6541A}" dt="2025-11-10T14:45:04.233" v="1748" actId="404"/>
        <pc:sldMkLst>
          <pc:docMk/>
          <pc:sldMk cId="2942845537" sldId="286"/>
        </pc:sldMkLst>
        <pc:spChg chg="mod">
          <ac:chgData name="Thomas E. Allen" userId="fac1e450-38fb-4bf3-b565-8fec8795d0e7" providerId="ADAL" clId="{7E3A5CB4-CCF8-5D69-894C-14E127D6541A}" dt="2025-11-10T14:35:59.838" v="1525" actId="20577"/>
          <ac:spMkLst>
            <pc:docMk/>
            <pc:sldMk cId="2942845537" sldId="286"/>
            <ac:spMk id="2" creationId="{96EC870D-ADDB-03E1-7264-47C25969AD22}"/>
          </ac:spMkLst>
        </pc:spChg>
        <pc:spChg chg="mod">
          <ac:chgData name="Thomas E. Allen" userId="fac1e450-38fb-4bf3-b565-8fec8795d0e7" providerId="ADAL" clId="{7E3A5CB4-CCF8-5D69-894C-14E127D6541A}" dt="2025-11-10T14:45:04.233" v="1748" actId="404"/>
          <ac:spMkLst>
            <pc:docMk/>
            <pc:sldMk cId="2942845537" sldId="286"/>
            <ac:spMk id="3" creationId="{36F2354F-123A-BD12-5AC3-9E174447406B}"/>
          </ac:spMkLst>
        </pc:spChg>
      </pc:sldChg>
      <pc:sldChg chg="addSp delSp modSp new del mod modAnim modShow">
        <pc:chgData name="Thomas E. Allen" userId="fac1e450-38fb-4bf3-b565-8fec8795d0e7" providerId="ADAL" clId="{7E3A5CB4-CCF8-5D69-894C-14E127D6541A}" dt="2025-11-10T14:49:37.740" v="1842" actId="2696"/>
        <pc:sldMkLst>
          <pc:docMk/>
          <pc:sldMk cId="2995747541" sldId="287"/>
        </pc:sldMkLst>
        <pc:spChg chg="mod">
          <ac:chgData name="Thomas E. Allen" userId="fac1e450-38fb-4bf3-b565-8fec8795d0e7" providerId="ADAL" clId="{7E3A5CB4-CCF8-5D69-894C-14E127D6541A}" dt="2025-11-10T14:36:59.094" v="1595"/>
          <ac:spMkLst>
            <pc:docMk/>
            <pc:sldMk cId="2995747541" sldId="287"/>
            <ac:spMk id="2" creationId="{5C0BAB4B-85EA-F3E0-49AA-48B777ABFAA3}"/>
          </ac:spMkLst>
        </pc:spChg>
        <pc:spChg chg="mod">
          <ac:chgData name="Thomas E. Allen" userId="fac1e450-38fb-4bf3-b565-8fec8795d0e7" providerId="ADAL" clId="{7E3A5CB4-CCF8-5D69-894C-14E127D6541A}" dt="2025-11-10T14:41:26.874" v="1681" actId="27636"/>
          <ac:spMkLst>
            <pc:docMk/>
            <pc:sldMk cId="2995747541" sldId="287"/>
            <ac:spMk id="3" creationId="{C7A23FA5-1487-11EC-A950-5713C2FBFDC5}"/>
          </ac:spMkLst>
        </pc:spChg>
        <pc:spChg chg="add del mod">
          <ac:chgData name="Thomas E. Allen" userId="fac1e450-38fb-4bf3-b565-8fec8795d0e7" providerId="ADAL" clId="{7E3A5CB4-CCF8-5D69-894C-14E127D6541A}" dt="2025-11-10T14:40:11.472" v="1647"/>
          <ac:spMkLst>
            <pc:docMk/>
            <pc:sldMk cId="2995747541" sldId="287"/>
            <ac:spMk id="4" creationId="{4635A363-3FF0-9D5C-3693-DB1E80BDE36C}"/>
          </ac:spMkLst>
        </pc:spChg>
      </pc:sldChg>
      <pc:sldChg chg="new del">
        <pc:chgData name="Thomas E. Allen" userId="fac1e450-38fb-4bf3-b565-8fec8795d0e7" providerId="ADAL" clId="{7E3A5CB4-CCF8-5D69-894C-14E127D6541A}" dt="2025-11-10T14:42:43.929" v="1684" actId="2696"/>
        <pc:sldMkLst>
          <pc:docMk/>
          <pc:sldMk cId="64417281" sldId="288"/>
        </pc:sldMkLst>
      </pc:sldChg>
      <pc:sldChg chg="modSp new del mod ord modShow">
        <pc:chgData name="Thomas E. Allen" userId="fac1e450-38fb-4bf3-b565-8fec8795d0e7" providerId="ADAL" clId="{7E3A5CB4-CCF8-5D69-894C-14E127D6541A}" dt="2025-11-10T14:49:37.757" v="1843" actId="2696"/>
        <pc:sldMkLst>
          <pc:docMk/>
          <pc:sldMk cId="1819896922" sldId="289"/>
        </pc:sldMkLst>
        <pc:spChg chg="mod">
          <ac:chgData name="Thomas E. Allen" userId="fac1e450-38fb-4bf3-b565-8fec8795d0e7" providerId="ADAL" clId="{7E3A5CB4-CCF8-5D69-894C-14E127D6541A}" dt="2025-11-10T14:40:15.137" v="1666" actId="20577"/>
          <ac:spMkLst>
            <pc:docMk/>
            <pc:sldMk cId="1819896922" sldId="289"/>
            <ac:spMk id="2" creationId="{6AB92EA5-907E-683C-CC4B-8FE1509C7E2D}"/>
          </ac:spMkLst>
        </pc:spChg>
        <pc:spChg chg="mod">
          <ac:chgData name="Thomas E. Allen" userId="fac1e450-38fb-4bf3-b565-8fec8795d0e7" providerId="ADAL" clId="{7E3A5CB4-CCF8-5D69-894C-14E127D6541A}" dt="2025-11-10T14:41:01.308" v="1677" actId="14100"/>
          <ac:spMkLst>
            <pc:docMk/>
            <pc:sldMk cId="1819896922" sldId="289"/>
            <ac:spMk id="3" creationId="{097B1AC9-1CEB-F9EF-3F2E-15D2AD31613C}"/>
          </ac:spMkLst>
        </pc:spChg>
      </pc:sldChg>
      <pc:sldChg chg="modSp new mod modAnim">
        <pc:chgData name="Thomas E. Allen" userId="fac1e450-38fb-4bf3-b565-8fec8795d0e7" providerId="ADAL" clId="{7E3A5CB4-CCF8-5D69-894C-14E127D6541A}" dt="2025-11-10T15:08:33.264" v="2152" actId="207"/>
        <pc:sldMkLst>
          <pc:docMk/>
          <pc:sldMk cId="1473472621" sldId="290"/>
        </pc:sldMkLst>
        <pc:spChg chg="mod">
          <ac:chgData name="Thomas E. Allen" userId="fac1e450-38fb-4bf3-b565-8fec8795d0e7" providerId="ADAL" clId="{7E3A5CB4-CCF8-5D69-894C-14E127D6541A}" dt="2025-11-10T14:46:05.139" v="1821" actId="20577"/>
          <ac:spMkLst>
            <pc:docMk/>
            <pc:sldMk cId="1473472621" sldId="290"/>
            <ac:spMk id="2" creationId="{27BE1074-9283-31D7-222E-FE739B3325DC}"/>
          </ac:spMkLst>
        </pc:spChg>
        <pc:spChg chg="mod">
          <ac:chgData name="Thomas E. Allen" userId="fac1e450-38fb-4bf3-b565-8fec8795d0e7" providerId="ADAL" clId="{7E3A5CB4-CCF8-5D69-894C-14E127D6541A}" dt="2025-11-10T15:08:33.264" v="2152" actId="207"/>
          <ac:spMkLst>
            <pc:docMk/>
            <pc:sldMk cId="1473472621" sldId="290"/>
            <ac:spMk id="3" creationId="{9B319F88-A82C-CDEF-599E-56FD9BFFA332}"/>
          </ac:spMkLst>
        </pc:spChg>
      </pc:sldChg>
      <pc:sldChg chg="modSp add modAnim">
        <pc:chgData name="Thomas E. Allen" userId="fac1e450-38fb-4bf3-b565-8fec8795d0e7" providerId="ADAL" clId="{7E3A5CB4-CCF8-5D69-894C-14E127D6541A}" dt="2025-11-10T14:48:23.457" v="1841"/>
        <pc:sldMkLst>
          <pc:docMk/>
          <pc:sldMk cId="1700053912" sldId="291"/>
        </pc:sldMkLst>
        <pc:spChg chg="mod">
          <ac:chgData name="Thomas E. Allen" userId="fac1e450-38fb-4bf3-b565-8fec8795d0e7" providerId="ADAL" clId="{7E3A5CB4-CCF8-5D69-894C-14E127D6541A}" dt="2025-11-10T14:47:22.718" v="1833"/>
          <ac:spMkLst>
            <pc:docMk/>
            <pc:sldMk cId="1700053912" sldId="291"/>
            <ac:spMk id="2" creationId="{5C26AE13-0392-034D-3A5F-03E1ACD5587E}"/>
          </ac:spMkLst>
        </pc:spChg>
        <pc:spChg chg="mod">
          <ac:chgData name="Thomas E. Allen" userId="fac1e450-38fb-4bf3-b565-8fec8795d0e7" providerId="ADAL" clId="{7E3A5CB4-CCF8-5D69-894C-14E127D6541A}" dt="2025-11-10T14:48:05.984" v="1840" actId="20577"/>
          <ac:spMkLst>
            <pc:docMk/>
            <pc:sldMk cId="1700053912" sldId="291"/>
            <ac:spMk id="3" creationId="{DFC64172-23DC-A046-0648-EE89AA2CA6FB}"/>
          </ac:spMkLst>
        </pc:spChg>
      </pc:sldChg>
      <pc:sldChg chg="modSp add modAnim">
        <pc:chgData name="Thomas E. Allen" userId="fac1e450-38fb-4bf3-b565-8fec8795d0e7" providerId="ADAL" clId="{7E3A5CB4-CCF8-5D69-894C-14E127D6541A}" dt="2025-11-10T14:50:55.753" v="1851"/>
        <pc:sldMkLst>
          <pc:docMk/>
          <pc:sldMk cId="1414404818" sldId="292"/>
        </pc:sldMkLst>
        <pc:spChg chg="mod">
          <ac:chgData name="Thomas E. Allen" userId="fac1e450-38fb-4bf3-b565-8fec8795d0e7" providerId="ADAL" clId="{7E3A5CB4-CCF8-5D69-894C-14E127D6541A}" dt="2025-11-10T14:50:45.961" v="1850"/>
          <ac:spMkLst>
            <pc:docMk/>
            <pc:sldMk cId="1414404818" sldId="292"/>
            <ac:spMk id="2" creationId="{BFDF21D0-0D22-C10A-638A-52CF78F9DC0E}"/>
          </ac:spMkLst>
        </pc:spChg>
        <pc:spChg chg="mod">
          <ac:chgData name="Thomas E. Allen" userId="fac1e450-38fb-4bf3-b565-8fec8795d0e7" providerId="ADAL" clId="{7E3A5CB4-CCF8-5D69-894C-14E127D6541A}" dt="2025-11-10T14:50:55.753" v="1851"/>
          <ac:spMkLst>
            <pc:docMk/>
            <pc:sldMk cId="1414404818" sldId="292"/>
            <ac:spMk id="3" creationId="{1DA64DAE-7FE5-10FA-6332-1279F1117C6C}"/>
          </ac:spMkLst>
        </pc:spChg>
      </pc:sldChg>
      <pc:sldChg chg="modSp add mod modAnim">
        <pc:chgData name="Thomas E. Allen" userId="fac1e450-38fb-4bf3-b565-8fec8795d0e7" providerId="ADAL" clId="{7E3A5CB4-CCF8-5D69-894C-14E127D6541A}" dt="2025-11-10T14:51:42.816" v="1887" actId="20577"/>
        <pc:sldMkLst>
          <pc:docMk/>
          <pc:sldMk cId="3361486518" sldId="293"/>
        </pc:sldMkLst>
        <pc:spChg chg="mod">
          <ac:chgData name="Thomas E. Allen" userId="fac1e450-38fb-4bf3-b565-8fec8795d0e7" providerId="ADAL" clId="{7E3A5CB4-CCF8-5D69-894C-14E127D6541A}" dt="2025-11-10T14:51:13.746" v="1875" actId="20577"/>
          <ac:spMkLst>
            <pc:docMk/>
            <pc:sldMk cId="3361486518" sldId="293"/>
            <ac:spMk id="2" creationId="{3EC84798-8448-982E-901A-4D42E8799918}"/>
          </ac:spMkLst>
        </pc:spChg>
        <pc:spChg chg="mod">
          <ac:chgData name="Thomas E. Allen" userId="fac1e450-38fb-4bf3-b565-8fec8795d0e7" providerId="ADAL" clId="{7E3A5CB4-CCF8-5D69-894C-14E127D6541A}" dt="2025-11-10T14:51:40.207" v="1886" actId="20577"/>
          <ac:spMkLst>
            <pc:docMk/>
            <pc:sldMk cId="3361486518" sldId="293"/>
            <ac:spMk id="3" creationId="{BF7114CE-64A8-C992-5A70-64B9972B208C}"/>
          </ac:spMkLst>
        </pc:spChg>
      </pc:sldChg>
      <pc:sldChg chg="modSp new mod">
        <pc:chgData name="Thomas E. Allen" userId="fac1e450-38fb-4bf3-b565-8fec8795d0e7" providerId="ADAL" clId="{7E3A5CB4-CCF8-5D69-894C-14E127D6541A}" dt="2025-11-10T14:59:37.755" v="2014" actId="207"/>
        <pc:sldMkLst>
          <pc:docMk/>
          <pc:sldMk cId="3590274987" sldId="294"/>
        </pc:sldMkLst>
        <pc:spChg chg="mod">
          <ac:chgData name="Thomas E. Allen" userId="fac1e450-38fb-4bf3-b565-8fec8795d0e7" providerId="ADAL" clId="{7E3A5CB4-CCF8-5D69-894C-14E127D6541A}" dt="2025-11-10T14:57:15.074" v="1962"/>
          <ac:spMkLst>
            <pc:docMk/>
            <pc:sldMk cId="3590274987" sldId="294"/>
            <ac:spMk id="2" creationId="{B0222031-C037-AB6F-E34E-7DA6B611F7D9}"/>
          </ac:spMkLst>
        </pc:spChg>
        <pc:spChg chg="mod">
          <ac:chgData name="Thomas E. Allen" userId="fac1e450-38fb-4bf3-b565-8fec8795d0e7" providerId="ADAL" clId="{7E3A5CB4-CCF8-5D69-894C-14E127D6541A}" dt="2025-11-10T14:59:37.755" v="2014" actId="207"/>
          <ac:spMkLst>
            <pc:docMk/>
            <pc:sldMk cId="3590274987" sldId="294"/>
            <ac:spMk id="3" creationId="{B2DA153C-A31F-00ED-E1FB-377FE1174CD8}"/>
          </ac:spMkLst>
        </pc:spChg>
      </pc:sldChg>
      <pc:sldChg chg="modSp add mod modAnim">
        <pc:chgData name="Thomas E. Allen" userId="fac1e450-38fb-4bf3-b565-8fec8795d0e7" providerId="ADAL" clId="{7E3A5CB4-CCF8-5D69-894C-14E127D6541A}" dt="2025-11-10T15:10:09.463" v="2159"/>
        <pc:sldMkLst>
          <pc:docMk/>
          <pc:sldMk cId="1942929419" sldId="295"/>
        </pc:sldMkLst>
        <pc:spChg chg="mod">
          <ac:chgData name="Thomas E. Allen" userId="fac1e450-38fb-4bf3-b565-8fec8795d0e7" providerId="ADAL" clId="{7E3A5CB4-CCF8-5D69-894C-14E127D6541A}" dt="2025-11-10T15:10:01.956" v="2158" actId="20577"/>
          <ac:spMkLst>
            <pc:docMk/>
            <pc:sldMk cId="1942929419" sldId="295"/>
            <ac:spMk id="2" creationId="{A18529D1-955A-AF46-69E7-FB9E737683F1}"/>
          </ac:spMkLst>
        </pc:spChg>
        <pc:spChg chg="mod">
          <ac:chgData name="Thomas E. Allen" userId="fac1e450-38fb-4bf3-b565-8fec8795d0e7" providerId="ADAL" clId="{7E3A5CB4-CCF8-5D69-894C-14E127D6541A}" dt="2025-11-10T15:10:09.463" v="2159"/>
          <ac:spMkLst>
            <pc:docMk/>
            <pc:sldMk cId="1942929419" sldId="295"/>
            <ac:spMk id="3" creationId="{1F3E6D13-CBC2-3A98-5AD5-02743CA73CBA}"/>
          </ac:spMkLst>
        </pc:spChg>
      </pc:sldChg>
      <pc:sldChg chg="modSp add mod modAnim modShow">
        <pc:chgData name="Thomas E. Allen" userId="fac1e450-38fb-4bf3-b565-8fec8795d0e7" providerId="ADAL" clId="{7E3A5CB4-CCF8-5D69-894C-14E127D6541A}" dt="2025-11-10T15:12:25.674" v="2163" actId="729"/>
        <pc:sldMkLst>
          <pc:docMk/>
          <pc:sldMk cId="1871161606" sldId="296"/>
        </pc:sldMkLst>
        <pc:spChg chg="mod">
          <ac:chgData name="Thomas E. Allen" userId="fac1e450-38fb-4bf3-b565-8fec8795d0e7" providerId="ADAL" clId="{7E3A5CB4-CCF8-5D69-894C-14E127D6541A}" dt="2025-11-10T15:12:02.760" v="2161"/>
          <ac:spMkLst>
            <pc:docMk/>
            <pc:sldMk cId="1871161606" sldId="296"/>
            <ac:spMk id="2" creationId="{865A4778-B4D6-8DA0-198D-F6C229C8BAB8}"/>
          </ac:spMkLst>
        </pc:spChg>
        <pc:spChg chg="mod">
          <ac:chgData name="Thomas E. Allen" userId="fac1e450-38fb-4bf3-b565-8fec8795d0e7" providerId="ADAL" clId="{7E3A5CB4-CCF8-5D69-894C-14E127D6541A}" dt="2025-11-10T15:12:09.096" v="2162"/>
          <ac:spMkLst>
            <pc:docMk/>
            <pc:sldMk cId="1871161606" sldId="296"/>
            <ac:spMk id="3" creationId="{518880F3-01FB-050C-0606-4FB8DBDAAB97}"/>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00886A-FD6E-5C4E-9C14-E924A2977ADE}"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659E3AB2-88C1-8742-9406-F5C8AB4C8AE4}">
      <dgm:prSet/>
      <dgm:spPr/>
      <dgm:t>
        <a:bodyPr/>
        <a:lstStyle/>
        <a:p>
          <a:r>
            <a:rPr lang="en-US"/>
            <a:t>Input </a:t>
          </a:r>
        </a:p>
      </dgm:t>
    </dgm:pt>
    <dgm:pt modelId="{E709B536-F65D-E74C-95A8-5294BAFB8DB7}" type="parTrans" cxnId="{B575345B-9698-D348-8073-9C090A13F750}">
      <dgm:prSet/>
      <dgm:spPr/>
      <dgm:t>
        <a:bodyPr/>
        <a:lstStyle/>
        <a:p>
          <a:endParaRPr lang="en-US"/>
        </a:p>
      </dgm:t>
    </dgm:pt>
    <dgm:pt modelId="{760829AA-5081-A348-BDC7-01A7477DC410}" type="sibTrans" cxnId="{B575345B-9698-D348-8073-9C090A13F750}">
      <dgm:prSet/>
      <dgm:spPr/>
      <dgm:t>
        <a:bodyPr/>
        <a:lstStyle/>
        <a:p>
          <a:endParaRPr lang="en-US"/>
        </a:p>
      </dgm:t>
    </dgm:pt>
    <dgm:pt modelId="{E21A1CFA-BC4F-3C4E-9FFA-7826322A78A9}">
      <dgm:prSet/>
      <dgm:spPr/>
      <dgm:t>
        <a:bodyPr/>
        <a:lstStyle/>
        <a:p>
          <a:r>
            <a:rPr lang="en-US" b="1"/>
            <a:t>Local pre-screen</a:t>
          </a:r>
          <a:endParaRPr lang="en-US"/>
        </a:p>
      </dgm:t>
    </dgm:pt>
    <dgm:pt modelId="{FB441AE4-7A24-8941-8E4E-0DD936271500}" type="parTrans" cxnId="{37506C57-5E30-004D-8E4B-D38DDBA62C82}">
      <dgm:prSet/>
      <dgm:spPr/>
      <dgm:t>
        <a:bodyPr/>
        <a:lstStyle/>
        <a:p>
          <a:endParaRPr lang="en-US"/>
        </a:p>
      </dgm:t>
    </dgm:pt>
    <dgm:pt modelId="{4E98DAD9-150E-A74E-9D67-C3AE01D78696}" type="sibTrans" cxnId="{37506C57-5E30-004D-8E4B-D38DDBA62C82}">
      <dgm:prSet/>
      <dgm:spPr/>
      <dgm:t>
        <a:bodyPr/>
        <a:lstStyle/>
        <a:p>
          <a:endParaRPr lang="en-US"/>
        </a:p>
      </dgm:t>
    </dgm:pt>
    <dgm:pt modelId="{C4E2086C-E420-664C-97FB-2B8C972336ED}">
      <dgm:prSet/>
      <dgm:spPr/>
      <dgm:t>
        <a:bodyPr/>
        <a:lstStyle/>
        <a:p>
          <a:r>
            <a:rPr lang="en-US" b="1"/>
            <a:t>Moderation endpoint</a:t>
          </a:r>
          <a:r>
            <a:rPr lang="en-US"/>
            <a:t> (must pass)</a:t>
          </a:r>
        </a:p>
      </dgm:t>
    </dgm:pt>
    <dgm:pt modelId="{504F2FAE-AFF8-0E4B-AE8E-E7F208D5EE8F}" type="parTrans" cxnId="{6D5CC6D7-C526-224D-B78C-761267AF51BD}">
      <dgm:prSet/>
      <dgm:spPr/>
      <dgm:t>
        <a:bodyPr/>
        <a:lstStyle/>
        <a:p>
          <a:endParaRPr lang="en-US"/>
        </a:p>
      </dgm:t>
    </dgm:pt>
    <dgm:pt modelId="{1D739A10-B09D-A941-B524-5FB172BD7C12}" type="sibTrans" cxnId="{6D5CC6D7-C526-224D-B78C-761267AF51BD}">
      <dgm:prSet/>
      <dgm:spPr/>
      <dgm:t>
        <a:bodyPr/>
        <a:lstStyle/>
        <a:p>
          <a:endParaRPr lang="en-US"/>
        </a:p>
      </dgm:t>
    </dgm:pt>
    <dgm:pt modelId="{15161AE8-E3D9-3241-B74B-CEADF8EC09E6}">
      <dgm:prSet/>
      <dgm:spPr/>
      <dgm:t>
        <a:bodyPr/>
        <a:lstStyle/>
        <a:p>
          <a:r>
            <a:rPr lang="en-US" b="1"/>
            <a:t>Generation</a:t>
          </a:r>
          <a:endParaRPr lang="en-US"/>
        </a:p>
      </dgm:t>
    </dgm:pt>
    <dgm:pt modelId="{5B271118-6BC8-9945-81EE-EAE9BF5E6754}" type="parTrans" cxnId="{FCDEF785-D62A-9E49-881A-467277D53F53}">
      <dgm:prSet/>
      <dgm:spPr/>
      <dgm:t>
        <a:bodyPr/>
        <a:lstStyle/>
        <a:p>
          <a:endParaRPr lang="en-US"/>
        </a:p>
      </dgm:t>
    </dgm:pt>
    <dgm:pt modelId="{3B72991E-D906-6B4F-B2A3-DC1482111328}" type="sibTrans" cxnId="{FCDEF785-D62A-9E49-881A-467277D53F53}">
      <dgm:prSet/>
      <dgm:spPr/>
      <dgm:t>
        <a:bodyPr/>
        <a:lstStyle/>
        <a:p>
          <a:endParaRPr lang="en-US"/>
        </a:p>
      </dgm:t>
    </dgm:pt>
    <dgm:pt modelId="{54AE4E69-F940-BA4E-827A-35BAFE162A67}">
      <dgm:prSet/>
      <dgm:spPr/>
      <dgm:t>
        <a:bodyPr/>
        <a:lstStyle/>
        <a:p>
          <a:r>
            <a:rPr lang="en-US" b="1"/>
            <a:t>Output check</a:t>
          </a:r>
          <a:endParaRPr lang="en-US"/>
        </a:p>
      </dgm:t>
    </dgm:pt>
    <dgm:pt modelId="{26E758C7-091B-FC45-84B5-02F9C04429AF}" type="parTrans" cxnId="{13B572C8-D8AC-AC4A-9E54-914B0B4C7CCC}">
      <dgm:prSet/>
      <dgm:spPr/>
      <dgm:t>
        <a:bodyPr/>
        <a:lstStyle/>
        <a:p>
          <a:endParaRPr lang="en-US"/>
        </a:p>
      </dgm:t>
    </dgm:pt>
    <dgm:pt modelId="{7AC1885C-8614-104C-A212-8DC662B8D63F}" type="sibTrans" cxnId="{13B572C8-D8AC-AC4A-9E54-914B0B4C7CCC}">
      <dgm:prSet/>
      <dgm:spPr/>
      <dgm:t>
        <a:bodyPr/>
        <a:lstStyle/>
        <a:p>
          <a:endParaRPr lang="en-US"/>
        </a:p>
      </dgm:t>
    </dgm:pt>
    <dgm:pt modelId="{44D5DB10-5BD7-E948-A90A-973A9D93E080}">
      <dgm:prSet/>
      <dgm:spPr/>
      <dgm:t>
        <a:bodyPr/>
        <a:lstStyle/>
        <a:p>
          <a:r>
            <a:rPr lang="en-US"/>
            <a:t>Deliver + </a:t>
          </a:r>
          <a:r>
            <a:rPr lang="en-US" b="1"/>
            <a:t>log flags</a:t>
          </a:r>
          <a:endParaRPr lang="en-US"/>
        </a:p>
      </dgm:t>
    </dgm:pt>
    <dgm:pt modelId="{426636B0-85B8-3645-B206-88C212502717}" type="parTrans" cxnId="{BE784546-56FD-A94E-BE68-28F7E549977B}">
      <dgm:prSet/>
      <dgm:spPr/>
      <dgm:t>
        <a:bodyPr/>
        <a:lstStyle/>
        <a:p>
          <a:endParaRPr lang="en-US"/>
        </a:p>
      </dgm:t>
    </dgm:pt>
    <dgm:pt modelId="{30772444-9B0E-9A4E-A03D-F452332D8EAC}" type="sibTrans" cxnId="{BE784546-56FD-A94E-BE68-28F7E549977B}">
      <dgm:prSet/>
      <dgm:spPr/>
      <dgm:t>
        <a:bodyPr/>
        <a:lstStyle/>
        <a:p>
          <a:endParaRPr lang="en-US"/>
        </a:p>
      </dgm:t>
    </dgm:pt>
    <dgm:pt modelId="{31357166-6C6C-1244-8F35-F38258C906A7}" type="pres">
      <dgm:prSet presAssocID="{3800886A-FD6E-5C4E-9C14-E924A2977ADE}" presName="Name0" presStyleCnt="0">
        <dgm:presLayoutVars>
          <dgm:dir/>
          <dgm:resizeHandles val="exact"/>
        </dgm:presLayoutVars>
      </dgm:prSet>
      <dgm:spPr/>
    </dgm:pt>
    <dgm:pt modelId="{8D0A644C-75D6-4643-B87A-E0E7F500F714}" type="pres">
      <dgm:prSet presAssocID="{659E3AB2-88C1-8742-9406-F5C8AB4C8AE4}" presName="node" presStyleLbl="node1" presStyleIdx="0" presStyleCnt="6">
        <dgm:presLayoutVars>
          <dgm:bulletEnabled val="1"/>
        </dgm:presLayoutVars>
      </dgm:prSet>
      <dgm:spPr/>
    </dgm:pt>
    <dgm:pt modelId="{DCC48EE4-E83F-B345-B766-D2B364E4CB65}" type="pres">
      <dgm:prSet presAssocID="{760829AA-5081-A348-BDC7-01A7477DC410}" presName="sibTrans" presStyleLbl="sibTrans1D1" presStyleIdx="0" presStyleCnt="5"/>
      <dgm:spPr/>
    </dgm:pt>
    <dgm:pt modelId="{574975CD-FCC6-D14F-B9E4-FCEB1BDB34AA}" type="pres">
      <dgm:prSet presAssocID="{760829AA-5081-A348-BDC7-01A7477DC410}" presName="connectorText" presStyleLbl="sibTrans1D1" presStyleIdx="0" presStyleCnt="5"/>
      <dgm:spPr/>
    </dgm:pt>
    <dgm:pt modelId="{30DBA09B-290C-4D45-9AA7-3C369687EFFF}" type="pres">
      <dgm:prSet presAssocID="{E21A1CFA-BC4F-3C4E-9FFA-7826322A78A9}" presName="node" presStyleLbl="node1" presStyleIdx="1" presStyleCnt="6">
        <dgm:presLayoutVars>
          <dgm:bulletEnabled val="1"/>
        </dgm:presLayoutVars>
      </dgm:prSet>
      <dgm:spPr/>
    </dgm:pt>
    <dgm:pt modelId="{A0CD0004-6001-BC46-8D0E-06776D8A68F2}" type="pres">
      <dgm:prSet presAssocID="{4E98DAD9-150E-A74E-9D67-C3AE01D78696}" presName="sibTrans" presStyleLbl="sibTrans1D1" presStyleIdx="1" presStyleCnt="5"/>
      <dgm:spPr/>
    </dgm:pt>
    <dgm:pt modelId="{0BD95271-83B8-EF46-9ECF-970A515A5A28}" type="pres">
      <dgm:prSet presAssocID="{4E98DAD9-150E-A74E-9D67-C3AE01D78696}" presName="connectorText" presStyleLbl="sibTrans1D1" presStyleIdx="1" presStyleCnt="5"/>
      <dgm:spPr/>
    </dgm:pt>
    <dgm:pt modelId="{A66CE9F8-4F6F-6148-8C3B-65CFC7820F5D}" type="pres">
      <dgm:prSet presAssocID="{C4E2086C-E420-664C-97FB-2B8C972336ED}" presName="node" presStyleLbl="node1" presStyleIdx="2" presStyleCnt="6">
        <dgm:presLayoutVars>
          <dgm:bulletEnabled val="1"/>
        </dgm:presLayoutVars>
      </dgm:prSet>
      <dgm:spPr/>
    </dgm:pt>
    <dgm:pt modelId="{56EF3C0A-32DF-EA41-8B79-80F264F392DC}" type="pres">
      <dgm:prSet presAssocID="{1D739A10-B09D-A941-B524-5FB172BD7C12}" presName="sibTrans" presStyleLbl="sibTrans1D1" presStyleIdx="2" presStyleCnt="5"/>
      <dgm:spPr/>
    </dgm:pt>
    <dgm:pt modelId="{4841A86E-1E5D-E24B-BC7B-84835DB01B07}" type="pres">
      <dgm:prSet presAssocID="{1D739A10-B09D-A941-B524-5FB172BD7C12}" presName="connectorText" presStyleLbl="sibTrans1D1" presStyleIdx="2" presStyleCnt="5"/>
      <dgm:spPr/>
    </dgm:pt>
    <dgm:pt modelId="{6D38856E-936D-594E-900D-E22DA4A1BABC}" type="pres">
      <dgm:prSet presAssocID="{15161AE8-E3D9-3241-B74B-CEADF8EC09E6}" presName="node" presStyleLbl="node1" presStyleIdx="3" presStyleCnt="6">
        <dgm:presLayoutVars>
          <dgm:bulletEnabled val="1"/>
        </dgm:presLayoutVars>
      </dgm:prSet>
      <dgm:spPr/>
    </dgm:pt>
    <dgm:pt modelId="{BBA29737-2960-FF43-A363-EC10026EBF19}" type="pres">
      <dgm:prSet presAssocID="{3B72991E-D906-6B4F-B2A3-DC1482111328}" presName="sibTrans" presStyleLbl="sibTrans1D1" presStyleIdx="3" presStyleCnt="5"/>
      <dgm:spPr/>
    </dgm:pt>
    <dgm:pt modelId="{E1A7BEF0-558D-0748-A02F-E0B49BD0FAA6}" type="pres">
      <dgm:prSet presAssocID="{3B72991E-D906-6B4F-B2A3-DC1482111328}" presName="connectorText" presStyleLbl="sibTrans1D1" presStyleIdx="3" presStyleCnt="5"/>
      <dgm:spPr/>
    </dgm:pt>
    <dgm:pt modelId="{EBBBABEA-1159-244B-9A8D-516F6AE7234C}" type="pres">
      <dgm:prSet presAssocID="{54AE4E69-F940-BA4E-827A-35BAFE162A67}" presName="node" presStyleLbl="node1" presStyleIdx="4" presStyleCnt="6">
        <dgm:presLayoutVars>
          <dgm:bulletEnabled val="1"/>
        </dgm:presLayoutVars>
      </dgm:prSet>
      <dgm:spPr/>
    </dgm:pt>
    <dgm:pt modelId="{67359568-8D68-A944-A804-79CA50CB9647}" type="pres">
      <dgm:prSet presAssocID="{7AC1885C-8614-104C-A212-8DC662B8D63F}" presName="sibTrans" presStyleLbl="sibTrans1D1" presStyleIdx="4" presStyleCnt="5"/>
      <dgm:spPr/>
    </dgm:pt>
    <dgm:pt modelId="{351660BB-BC5B-D94D-BD11-30137CF3167A}" type="pres">
      <dgm:prSet presAssocID="{7AC1885C-8614-104C-A212-8DC662B8D63F}" presName="connectorText" presStyleLbl="sibTrans1D1" presStyleIdx="4" presStyleCnt="5"/>
      <dgm:spPr/>
    </dgm:pt>
    <dgm:pt modelId="{C7A68475-D468-E144-BBF0-F3CF31A3B49B}" type="pres">
      <dgm:prSet presAssocID="{44D5DB10-5BD7-E948-A90A-973A9D93E080}" presName="node" presStyleLbl="node1" presStyleIdx="5" presStyleCnt="6">
        <dgm:presLayoutVars>
          <dgm:bulletEnabled val="1"/>
        </dgm:presLayoutVars>
      </dgm:prSet>
      <dgm:spPr/>
    </dgm:pt>
  </dgm:ptLst>
  <dgm:cxnLst>
    <dgm:cxn modelId="{819B3F00-1F8B-A946-816C-D96FF31E2932}" type="presOf" srcId="{1D739A10-B09D-A941-B524-5FB172BD7C12}" destId="{56EF3C0A-32DF-EA41-8B79-80F264F392DC}" srcOrd="0" destOrd="0" presId="urn:microsoft.com/office/officeart/2016/7/layout/RepeatingBendingProcessNew"/>
    <dgm:cxn modelId="{78611D04-2EF8-1F49-BE49-B2766F881DA3}" type="presOf" srcId="{7AC1885C-8614-104C-A212-8DC662B8D63F}" destId="{67359568-8D68-A944-A804-79CA50CB9647}" srcOrd="0" destOrd="0" presId="urn:microsoft.com/office/officeart/2016/7/layout/RepeatingBendingProcessNew"/>
    <dgm:cxn modelId="{0288D02F-9F11-2A4A-8FF8-4622F12BE20D}" type="presOf" srcId="{760829AA-5081-A348-BDC7-01A7477DC410}" destId="{DCC48EE4-E83F-B345-B766-D2B364E4CB65}" srcOrd="0" destOrd="0" presId="urn:microsoft.com/office/officeart/2016/7/layout/RepeatingBendingProcessNew"/>
    <dgm:cxn modelId="{8080AE32-8755-EF40-A834-FC519D5E1567}" type="presOf" srcId="{659E3AB2-88C1-8742-9406-F5C8AB4C8AE4}" destId="{8D0A644C-75D6-4643-B87A-E0E7F500F714}" srcOrd="0" destOrd="0" presId="urn:microsoft.com/office/officeart/2016/7/layout/RepeatingBendingProcessNew"/>
    <dgm:cxn modelId="{584DCA35-6525-C144-9061-1B8461F6E444}" type="presOf" srcId="{3B72991E-D906-6B4F-B2A3-DC1482111328}" destId="{BBA29737-2960-FF43-A363-EC10026EBF19}" srcOrd="0" destOrd="0" presId="urn:microsoft.com/office/officeart/2016/7/layout/RepeatingBendingProcessNew"/>
    <dgm:cxn modelId="{D488BB3C-3382-934E-BB88-4190F8176D81}" type="presOf" srcId="{C4E2086C-E420-664C-97FB-2B8C972336ED}" destId="{A66CE9F8-4F6F-6148-8C3B-65CFC7820F5D}" srcOrd="0" destOrd="0" presId="urn:microsoft.com/office/officeart/2016/7/layout/RepeatingBendingProcessNew"/>
    <dgm:cxn modelId="{BE784546-56FD-A94E-BE68-28F7E549977B}" srcId="{3800886A-FD6E-5C4E-9C14-E924A2977ADE}" destId="{44D5DB10-5BD7-E948-A90A-973A9D93E080}" srcOrd="5" destOrd="0" parTransId="{426636B0-85B8-3645-B206-88C212502717}" sibTransId="{30772444-9B0E-9A4E-A03D-F452332D8EAC}"/>
    <dgm:cxn modelId="{37506C57-5E30-004D-8E4B-D38DDBA62C82}" srcId="{3800886A-FD6E-5C4E-9C14-E924A2977ADE}" destId="{E21A1CFA-BC4F-3C4E-9FFA-7826322A78A9}" srcOrd="1" destOrd="0" parTransId="{FB441AE4-7A24-8941-8E4E-0DD936271500}" sibTransId="{4E98DAD9-150E-A74E-9D67-C3AE01D78696}"/>
    <dgm:cxn modelId="{B575345B-9698-D348-8073-9C090A13F750}" srcId="{3800886A-FD6E-5C4E-9C14-E924A2977ADE}" destId="{659E3AB2-88C1-8742-9406-F5C8AB4C8AE4}" srcOrd="0" destOrd="0" parTransId="{E709B536-F65D-E74C-95A8-5294BAFB8DB7}" sibTransId="{760829AA-5081-A348-BDC7-01A7477DC410}"/>
    <dgm:cxn modelId="{32DEA55C-B43E-5641-AE4C-F75DBEB3E44B}" type="presOf" srcId="{E21A1CFA-BC4F-3C4E-9FFA-7826322A78A9}" destId="{30DBA09B-290C-4D45-9AA7-3C369687EFFF}" srcOrd="0" destOrd="0" presId="urn:microsoft.com/office/officeart/2016/7/layout/RepeatingBendingProcessNew"/>
    <dgm:cxn modelId="{96EE3F73-E083-D043-97B5-7B7AB18D71B9}" type="presOf" srcId="{4E98DAD9-150E-A74E-9D67-C3AE01D78696}" destId="{0BD95271-83B8-EF46-9ECF-970A515A5A28}" srcOrd="1" destOrd="0" presId="urn:microsoft.com/office/officeart/2016/7/layout/RepeatingBendingProcessNew"/>
    <dgm:cxn modelId="{28ADF878-F09F-DB4C-8C65-0073BC002540}" type="presOf" srcId="{7AC1885C-8614-104C-A212-8DC662B8D63F}" destId="{351660BB-BC5B-D94D-BD11-30137CF3167A}" srcOrd="1" destOrd="0" presId="urn:microsoft.com/office/officeart/2016/7/layout/RepeatingBendingProcessNew"/>
    <dgm:cxn modelId="{18411C84-95C0-8640-922B-591AFEFD0B63}" type="presOf" srcId="{4E98DAD9-150E-A74E-9D67-C3AE01D78696}" destId="{A0CD0004-6001-BC46-8D0E-06776D8A68F2}" srcOrd="0" destOrd="0" presId="urn:microsoft.com/office/officeart/2016/7/layout/RepeatingBendingProcessNew"/>
    <dgm:cxn modelId="{FCDEF785-D62A-9E49-881A-467277D53F53}" srcId="{3800886A-FD6E-5C4E-9C14-E924A2977ADE}" destId="{15161AE8-E3D9-3241-B74B-CEADF8EC09E6}" srcOrd="3" destOrd="0" parTransId="{5B271118-6BC8-9945-81EE-EAE9BF5E6754}" sibTransId="{3B72991E-D906-6B4F-B2A3-DC1482111328}"/>
    <dgm:cxn modelId="{C548D18D-BE97-F348-AF6D-C613343E507B}" type="presOf" srcId="{54AE4E69-F940-BA4E-827A-35BAFE162A67}" destId="{EBBBABEA-1159-244B-9A8D-516F6AE7234C}" srcOrd="0" destOrd="0" presId="urn:microsoft.com/office/officeart/2016/7/layout/RepeatingBendingProcessNew"/>
    <dgm:cxn modelId="{568A9499-F594-4A4C-ACF4-D9E094958D80}" type="presOf" srcId="{3B72991E-D906-6B4F-B2A3-DC1482111328}" destId="{E1A7BEF0-558D-0748-A02F-E0B49BD0FAA6}" srcOrd="1" destOrd="0" presId="urn:microsoft.com/office/officeart/2016/7/layout/RepeatingBendingProcessNew"/>
    <dgm:cxn modelId="{E9CF58B3-BE39-A147-A01C-03892257BEA6}" type="presOf" srcId="{44D5DB10-5BD7-E948-A90A-973A9D93E080}" destId="{C7A68475-D468-E144-BBF0-F3CF31A3B49B}" srcOrd="0" destOrd="0" presId="urn:microsoft.com/office/officeart/2016/7/layout/RepeatingBendingProcessNew"/>
    <dgm:cxn modelId="{E22E1ABE-A35E-D94E-A2ED-25C768544D07}" type="presOf" srcId="{3800886A-FD6E-5C4E-9C14-E924A2977ADE}" destId="{31357166-6C6C-1244-8F35-F38258C906A7}" srcOrd="0" destOrd="0" presId="urn:microsoft.com/office/officeart/2016/7/layout/RepeatingBendingProcessNew"/>
    <dgm:cxn modelId="{13B572C8-D8AC-AC4A-9E54-914B0B4C7CCC}" srcId="{3800886A-FD6E-5C4E-9C14-E924A2977ADE}" destId="{54AE4E69-F940-BA4E-827A-35BAFE162A67}" srcOrd="4" destOrd="0" parTransId="{26E758C7-091B-FC45-84B5-02F9C04429AF}" sibTransId="{7AC1885C-8614-104C-A212-8DC662B8D63F}"/>
    <dgm:cxn modelId="{DE4075CC-9AF3-064B-ADF1-13C2E516FF11}" type="presOf" srcId="{15161AE8-E3D9-3241-B74B-CEADF8EC09E6}" destId="{6D38856E-936D-594E-900D-E22DA4A1BABC}" srcOrd="0" destOrd="0" presId="urn:microsoft.com/office/officeart/2016/7/layout/RepeatingBendingProcessNew"/>
    <dgm:cxn modelId="{6D5CC6D7-C526-224D-B78C-761267AF51BD}" srcId="{3800886A-FD6E-5C4E-9C14-E924A2977ADE}" destId="{C4E2086C-E420-664C-97FB-2B8C972336ED}" srcOrd="2" destOrd="0" parTransId="{504F2FAE-AFF8-0E4B-AE8E-E7F208D5EE8F}" sibTransId="{1D739A10-B09D-A941-B524-5FB172BD7C12}"/>
    <dgm:cxn modelId="{69CB04EB-430C-AA41-B848-1C04D256039E}" type="presOf" srcId="{760829AA-5081-A348-BDC7-01A7477DC410}" destId="{574975CD-FCC6-D14F-B9E4-FCEB1BDB34AA}" srcOrd="1" destOrd="0" presId="urn:microsoft.com/office/officeart/2016/7/layout/RepeatingBendingProcessNew"/>
    <dgm:cxn modelId="{074158EF-1590-8F49-A3D6-0E0B55BAB284}" type="presOf" srcId="{1D739A10-B09D-A941-B524-5FB172BD7C12}" destId="{4841A86E-1E5D-E24B-BC7B-84835DB01B07}" srcOrd="1" destOrd="0" presId="urn:microsoft.com/office/officeart/2016/7/layout/RepeatingBendingProcessNew"/>
    <dgm:cxn modelId="{14D30C9A-A1F5-A44F-983D-7B3A0BF72C07}" type="presParOf" srcId="{31357166-6C6C-1244-8F35-F38258C906A7}" destId="{8D0A644C-75D6-4643-B87A-E0E7F500F714}" srcOrd="0" destOrd="0" presId="urn:microsoft.com/office/officeart/2016/7/layout/RepeatingBendingProcessNew"/>
    <dgm:cxn modelId="{E1D468A7-249A-0645-80B5-66DCABE83B6A}" type="presParOf" srcId="{31357166-6C6C-1244-8F35-F38258C906A7}" destId="{DCC48EE4-E83F-B345-B766-D2B364E4CB65}" srcOrd="1" destOrd="0" presId="urn:microsoft.com/office/officeart/2016/7/layout/RepeatingBendingProcessNew"/>
    <dgm:cxn modelId="{784CF422-B808-F042-9A94-07FED15008E6}" type="presParOf" srcId="{DCC48EE4-E83F-B345-B766-D2B364E4CB65}" destId="{574975CD-FCC6-D14F-B9E4-FCEB1BDB34AA}" srcOrd="0" destOrd="0" presId="urn:microsoft.com/office/officeart/2016/7/layout/RepeatingBendingProcessNew"/>
    <dgm:cxn modelId="{C80DD3EE-645F-A143-BB09-2FB64A6D85FF}" type="presParOf" srcId="{31357166-6C6C-1244-8F35-F38258C906A7}" destId="{30DBA09B-290C-4D45-9AA7-3C369687EFFF}" srcOrd="2" destOrd="0" presId="urn:microsoft.com/office/officeart/2016/7/layout/RepeatingBendingProcessNew"/>
    <dgm:cxn modelId="{59C06BBC-BA4D-0849-BFA6-D3780A19A9E7}" type="presParOf" srcId="{31357166-6C6C-1244-8F35-F38258C906A7}" destId="{A0CD0004-6001-BC46-8D0E-06776D8A68F2}" srcOrd="3" destOrd="0" presId="urn:microsoft.com/office/officeart/2016/7/layout/RepeatingBendingProcessNew"/>
    <dgm:cxn modelId="{519544E4-B287-AC44-B114-53EF737460BB}" type="presParOf" srcId="{A0CD0004-6001-BC46-8D0E-06776D8A68F2}" destId="{0BD95271-83B8-EF46-9ECF-970A515A5A28}" srcOrd="0" destOrd="0" presId="urn:microsoft.com/office/officeart/2016/7/layout/RepeatingBendingProcessNew"/>
    <dgm:cxn modelId="{2C9D061B-9F02-8749-AD1B-0C521873CCF2}" type="presParOf" srcId="{31357166-6C6C-1244-8F35-F38258C906A7}" destId="{A66CE9F8-4F6F-6148-8C3B-65CFC7820F5D}" srcOrd="4" destOrd="0" presId="urn:microsoft.com/office/officeart/2016/7/layout/RepeatingBendingProcessNew"/>
    <dgm:cxn modelId="{AF12C02A-0936-DC49-A0D7-1A6150D94BA5}" type="presParOf" srcId="{31357166-6C6C-1244-8F35-F38258C906A7}" destId="{56EF3C0A-32DF-EA41-8B79-80F264F392DC}" srcOrd="5" destOrd="0" presId="urn:microsoft.com/office/officeart/2016/7/layout/RepeatingBendingProcessNew"/>
    <dgm:cxn modelId="{DF8F7F5D-3F18-BA41-9F46-8BB981ACF0E0}" type="presParOf" srcId="{56EF3C0A-32DF-EA41-8B79-80F264F392DC}" destId="{4841A86E-1E5D-E24B-BC7B-84835DB01B07}" srcOrd="0" destOrd="0" presId="urn:microsoft.com/office/officeart/2016/7/layout/RepeatingBendingProcessNew"/>
    <dgm:cxn modelId="{6709390E-4D7C-1E44-94EE-551D2A0ED2B9}" type="presParOf" srcId="{31357166-6C6C-1244-8F35-F38258C906A7}" destId="{6D38856E-936D-594E-900D-E22DA4A1BABC}" srcOrd="6" destOrd="0" presId="urn:microsoft.com/office/officeart/2016/7/layout/RepeatingBendingProcessNew"/>
    <dgm:cxn modelId="{B59A8F9D-E71E-B746-9626-9336F516B73A}" type="presParOf" srcId="{31357166-6C6C-1244-8F35-F38258C906A7}" destId="{BBA29737-2960-FF43-A363-EC10026EBF19}" srcOrd="7" destOrd="0" presId="urn:microsoft.com/office/officeart/2016/7/layout/RepeatingBendingProcessNew"/>
    <dgm:cxn modelId="{B84DA294-074B-234B-A273-D993C2A51A68}" type="presParOf" srcId="{BBA29737-2960-FF43-A363-EC10026EBF19}" destId="{E1A7BEF0-558D-0748-A02F-E0B49BD0FAA6}" srcOrd="0" destOrd="0" presId="urn:microsoft.com/office/officeart/2016/7/layout/RepeatingBendingProcessNew"/>
    <dgm:cxn modelId="{B25C12A4-8B89-3843-9427-510736976D05}" type="presParOf" srcId="{31357166-6C6C-1244-8F35-F38258C906A7}" destId="{EBBBABEA-1159-244B-9A8D-516F6AE7234C}" srcOrd="8" destOrd="0" presId="urn:microsoft.com/office/officeart/2016/7/layout/RepeatingBendingProcessNew"/>
    <dgm:cxn modelId="{8C506A58-0D17-FE49-A239-45B66B96B120}" type="presParOf" srcId="{31357166-6C6C-1244-8F35-F38258C906A7}" destId="{67359568-8D68-A944-A804-79CA50CB9647}" srcOrd="9" destOrd="0" presId="urn:microsoft.com/office/officeart/2016/7/layout/RepeatingBendingProcessNew"/>
    <dgm:cxn modelId="{0634CD63-BFDD-7346-91E6-8682D0C4E080}" type="presParOf" srcId="{67359568-8D68-A944-A804-79CA50CB9647}" destId="{351660BB-BC5B-D94D-BD11-30137CF3167A}" srcOrd="0" destOrd="0" presId="urn:microsoft.com/office/officeart/2016/7/layout/RepeatingBendingProcessNew"/>
    <dgm:cxn modelId="{D2FBE1BB-7FB2-8F46-B39D-DCFDA4DB33B4}" type="presParOf" srcId="{31357166-6C6C-1244-8F35-F38258C906A7}" destId="{C7A68475-D468-E144-BBF0-F3CF31A3B49B}"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C48EE4-E83F-B345-B766-D2B364E4CB65}">
      <dsp:nvSpPr>
        <dsp:cNvPr id="0" name=""/>
        <dsp:cNvSpPr/>
      </dsp:nvSpPr>
      <dsp:spPr>
        <a:xfrm>
          <a:off x="3578798" y="728330"/>
          <a:ext cx="562773" cy="91440"/>
        </a:xfrm>
        <a:custGeom>
          <a:avLst/>
          <a:gdLst/>
          <a:ahLst/>
          <a:cxnLst/>
          <a:rect l="0" t="0" r="0" b="0"/>
          <a:pathLst>
            <a:path>
              <a:moveTo>
                <a:pt x="0" y="45720"/>
              </a:moveTo>
              <a:lnTo>
                <a:pt x="562773"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45350" y="771083"/>
        <a:ext cx="29668" cy="5933"/>
      </dsp:txXfrm>
    </dsp:sp>
    <dsp:sp modelId="{8D0A644C-75D6-4643-B87A-E0E7F500F714}">
      <dsp:nvSpPr>
        <dsp:cNvPr id="0" name=""/>
        <dsp:cNvSpPr/>
      </dsp:nvSpPr>
      <dsp:spPr>
        <a:xfrm>
          <a:off x="1000712" y="84"/>
          <a:ext cx="2579885" cy="1547931"/>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6417" tIns="132696" rIns="126417" bIns="132696" numCol="1" spcCol="1270" anchor="ctr" anchorCtr="0">
          <a:noAutofit/>
        </a:bodyPr>
        <a:lstStyle/>
        <a:p>
          <a:pPr marL="0" lvl="0" indent="0" algn="ctr" defTabSz="1333500">
            <a:lnSpc>
              <a:spcPct val="90000"/>
            </a:lnSpc>
            <a:spcBef>
              <a:spcPct val="0"/>
            </a:spcBef>
            <a:spcAft>
              <a:spcPct val="35000"/>
            </a:spcAft>
            <a:buNone/>
          </a:pPr>
          <a:r>
            <a:rPr lang="en-US" sz="3000" kern="1200"/>
            <a:t>Input </a:t>
          </a:r>
        </a:p>
      </dsp:txBody>
      <dsp:txXfrm>
        <a:off x="1000712" y="84"/>
        <a:ext cx="2579885" cy="1547931"/>
      </dsp:txXfrm>
    </dsp:sp>
    <dsp:sp modelId="{A0CD0004-6001-BC46-8D0E-06776D8A68F2}">
      <dsp:nvSpPr>
        <dsp:cNvPr id="0" name=""/>
        <dsp:cNvSpPr/>
      </dsp:nvSpPr>
      <dsp:spPr>
        <a:xfrm>
          <a:off x="6752057" y="728330"/>
          <a:ext cx="562773" cy="91440"/>
        </a:xfrm>
        <a:custGeom>
          <a:avLst/>
          <a:gdLst/>
          <a:ahLst/>
          <a:cxnLst/>
          <a:rect l="0" t="0" r="0" b="0"/>
          <a:pathLst>
            <a:path>
              <a:moveTo>
                <a:pt x="0" y="45720"/>
              </a:moveTo>
              <a:lnTo>
                <a:pt x="562773"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18609" y="771083"/>
        <a:ext cx="29668" cy="5933"/>
      </dsp:txXfrm>
    </dsp:sp>
    <dsp:sp modelId="{30DBA09B-290C-4D45-9AA7-3C369687EFFF}">
      <dsp:nvSpPr>
        <dsp:cNvPr id="0" name=""/>
        <dsp:cNvSpPr/>
      </dsp:nvSpPr>
      <dsp:spPr>
        <a:xfrm>
          <a:off x="4173971" y="84"/>
          <a:ext cx="2579885" cy="1547931"/>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6417" tIns="132696" rIns="126417" bIns="132696" numCol="1" spcCol="1270" anchor="ctr" anchorCtr="0">
          <a:noAutofit/>
        </a:bodyPr>
        <a:lstStyle/>
        <a:p>
          <a:pPr marL="0" lvl="0" indent="0" algn="ctr" defTabSz="1333500">
            <a:lnSpc>
              <a:spcPct val="90000"/>
            </a:lnSpc>
            <a:spcBef>
              <a:spcPct val="0"/>
            </a:spcBef>
            <a:spcAft>
              <a:spcPct val="35000"/>
            </a:spcAft>
            <a:buNone/>
          </a:pPr>
          <a:r>
            <a:rPr lang="en-US" sz="3000" b="1" kern="1200"/>
            <a:t>Local pre-screen</a:t>
          </a:r>
          <a:endParaRPr lang="en-US" sz="3000" kern="1200"/>
        </a:p>
      </dsp:txBody>
      <dsp:txXfrm>
        <a:off x="4173971" y="84"/>
        <a:ext cx="2579885" cy="1547931"/>
      </dsp:txXfrm>
    </dsp:sp>
    <dsp:sp modelId="{56EF3C0A-32DF-EA41-8B79-80F264F392DC}">
      <dsp:nvSpPr>
        <dsp:cNvPr id="0" name=""/>
        <dsp:cNvSpPr/>
      </dsp:nvSpPr>
      <dsp:spPr>
        <a:xfrm>
          <a:off x="2290655" y="1546215"/>
          <a:ext cx="6346518" cy="562773"/>
        </a:xfrm>
        <a:custGeom>
          <a:avLst/>
          <a:gdLst/>
          <a:ahLst/>
          <a:cxnLst/>
          <a:rect l="0" t="0" r="0" b="0"/>
          <a:pathLst>
            <a:path>
              <a:moveTo>
                <a:pt x="6346518" y="0"/>
              </a:moveTo>
              <a:lnTo>
                <a:pt x="6346518" y="298486"/>
              </a:lnTo>
              <a:lnTo>
                <a:pt x="0" y="298486"/>
              </a:lnTo>
              <a:lnTo>
                <a:pt x="0" y="562773"/>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04559" y="1824635"/>
        <a:ext cx="318709" cy="5933"/>
      </dsp:txXfrm>
    </dsp:sp>
    <dsp:sp modelId="{A66CE9F8-4F6F-6148-8C3B-65CFC7820F5D}">
      <dsp:nvSpPr>
        <dsp:cNvPr id="0" name=""/>
        <dsp:cNvSpPr/>
      </dsp:nvSpPr>
      <dsp:spPr>
        <a:xfrm>
          <a:off x="7347230" y="84"/>
          <a:ext cx="2579885" cy="1547931"/>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6417" tIns="132696" rIns="126417" bIns="132696" numCol="1" spcCol="1270" anchor="ctr" anchorCtr="0">
          <a:noAutofit/>
        </a:bodyPr>
        <a:lstStyle/>
        <a:p>
          <a:pPr marL="0" lvl="0" indent="0" algn="ctr" defTabSz="1333500">
            <a:lnSpc>
              <a:spcPct val="90000"/>
            </a:lnSpc>
            <a:spcBef>
              <a:spcPct val="0"/>
            </a:spcBef>
            <a:spcAft>
              <a:spcPct val="35000"/>
            </a:spcAft>
            <a:buNone/>
          </a:pPr>
          <a:r>
            <a:rPr lang="en-US" sz="3000" b="1" kern="1200"/>
            <a:t>Moderation endpoint</a:t>
          </a:r>
          <a:r>
            <a:rPr lang="en-US" sz="3000" kern="1200"/>
            <a:t> (must pass)</a:t>
          </a:r>
        </a:p>
      </dsp:txBody>
      <dsp:txXfrm>
        <a:off x="7347230" y="84"/>
        <a:ext cx="2579885" cy="1547931"/>
      </dsp:txXfrm>
    </dsp:sp>
    <dsp:sp modelId="{BBA29737-2960-FF43-A363-EC10026EBF19}">
      <dsp:nvSpPr>
        <dsp:cNvPr id="0" name=""/>
        <dsp:cNvSpPr/>
      </dsp:nvSpPr>
      <dsp:spPr>
        <a:xfrm>
          <a:off x="3578798" y="2869634"/>
          <a:ext cx="562773" cy="91440"/>
        </a:xfrm>
        <a:custGeom>
          <a:avLst/>
          <a:gdLst/>
          <a:ahLst/>
          <a:cxnLst/>
          <a:rect l="0" t="0" r="0" b="0"/>
          <a:pathLst>
            <a:path>
              <a:moveTo>
                <a:pt x="0" y="45720"/>
              </a:moveTo>
              <a:lnTo>
                <a:pt x="562773"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45350" y="2912388"/>
        <a:ext cx="29668" cy="5933"/>
      </dsp:txXfrm>
    </dsp:sp>
    <dsp:sp modelId="{6D38856E-936D-594E-900D-E22DA4A1BABC}">
      <dsp:nvSpPr>
        <dsp:cNvPr id="0" name=""/>
        <dsp:cNvSpPr/>
      </dsp:nvSpPr>
      <dsp:spPr>
        <a:xfrm>
          <a:off x="1000712" y="2141389"/>
          <a:ext cx="2579885" cy="1547931"/>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6417" tIns="132696" rIns="126417" bIns="132696" numCol="1" spcCol="1270" anchor="ctr" anchorCtr="0">
          <a:noAutofit/>
        </a:bodyPr>
        <a:lstStyle/>
        <a:p>
          <a:pPr marL="0" lvl="0" indent="0" algn="ctr" defTabSz="1333500">
            <a:lnSpc>
              <a:spcPct val="90000"/>
            </a:lnSpc>
            <a:spcBef>
              <a:spcPct val="0"/>
            </a:spcBef>
            <a:spcAft>
              <a:spcPct val="35000"/>
            </a:spcAft>
            <a:buNone/>
          </a:pPr>
          <a:r>
            <a:rPr lang="en-US" sz="3000" b="1" kern="1200"/>
            <a:t>Generation</a:t>
          </a:r>
          <a:endParaRPr lang="en-US" sz="3000" kern="1200"/>
        </a:p>
      </dsp:txBody>
      <dsp:txXfrm>
        <a:off x="1000712" y="2141389"/>
        <a:ext cx="2579885" cy="1547931"/>
      </dsp:txXfrm>
    </dsp:sp>
    <dsp:sp modelId="{67359568-8D68-A944-A804-79CA50CB9647}">
      <dsp:nvSpPr>
        <dsp:cNvPr id="0" name=""/>
        <dsp:cNvSpPr/>
      </dsp:nvSpPr>
      <dsp:spPr>
        <a:xfrm>
          <a:off x="6752057" y="2869634"/>
          <a:ext cx="562773" cy="91440"/>
        </a:xfrm>
        <a:custGeom>
          <a:avLst/>
          <a:gdLst/>
          <a:ahLst/>
          <a:cxnLst/>
          <a:rect l="0" t="0" r="0" b="0"/>
          <a:pathLst>
            <a:path>
              <a:moveTo>
                <a:pt x="0" y="45720"/>
              </a:moveTo>
              <a:lnTo>
                <a:pt x="562773" y="45720"/>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18609" y="2912388"/>
        <a:ext cx="29668" cy="5933"/>
      </dsp:txXfrm>
    </dsp:sp>
    <dsp:sp modelId="{EBBBABEA-1159-244B-9A8D-516F6AE7234C}">
      <dsp:nvSpPr>
        <dsp:cNvPr id="0" name=""/>
        <dsp:cNvSpPr/>
      </dsp:nvSpPr>
      <dsp:spPr>
        <a:xfrm>
          <a:off x="4173971" y="2141389"/>
          <a:ext cx="2579885" cy="1547931"/>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6417" tIns="132696" rIns="126417" bIns="132696" numCol="1" spcCol="1270" anchor="ctr" anchorCtr="0">
          <a:noAutofit/>
        </a:bodyPr>
        <a:lstStyle/>
        <a:p>
          <a:pPr marL="0" lvl="0" indent="0" algn="ctr" defTabSz="1333500">
            <a:lnSpc>
              <a:spcPct val="90000"/>
            </a:lnSpc>
            <a:spcBef>
              <a:spcPct val="0"/>
            </a:spcBef>
            <a:spcAft>
              <a:spcPct val="35000"/>
            </a:spcAft>
            <a:buNone/>
          </a:pPr>
          <a:r>
            <a:rPr lang="en-US" sz="3000" b="1" kern="1200"/>
            <a:t>Output check</a:t>
          </a:r>
          <a:endParaRPr lang="en-US" sz="3000" kern="1200"/>
        </a:p>
      </dsp:txBody>
      <dsp:txXfrm>
        <a:off x="4173971" y="2141389"/>
        <a:ext cx="2579885" cy="1547931"/>
      </dsp:txXfrm>
    </dsp:sp>
    <dsp:sp modelId="{C7A68475-D468-E144-BBF0-F3CF31A3B49B}">
      <dsp:nvSpPr>
        <dsp:cNvPr id="0" name=""/>
        <dsp:cNvSpPr/>
      </dsp:nvSpPr>
      <dsp:spPr>
        <a:xfrm>
          <a:off x="7347230" y="2141389"/>
          <a:ext cx="2579885" cy="1547931"/>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6417" tIns="132696" rIns="126417" bIns="132696" numCol="1" spcCol="1270" anchor="ctr" anchorCtr="0">
          <a:noAutofit/>
        </a:bodyPr>
        <a:lstStyle/>
        <a:p>
          <a:pPr marL="0" lvl="0" indent="0" algn="ctr" defTabSz="1333500">
            <a:lnSpc>
              <a:spcPct val="90000"/>
            </a:lnSpc>
            <a:spcBef>
              <a:spcPct val="0"/>
            </a:spcBef>
            <a:spcAft>
              <a:spcPct val="35000"/>
            </a:spcAft>
            <a:buNone/>
          </a:pPr>
          <a:r>
            <a:rPr lang="en-US" sz="3000" kern="1200"/>
            <a:t>Deliver + </a:t>
          </a:r>
          <a:r>
            <a:rPr lang="en-US" sz="3000" b="1" kern="1200"/>
            <a:t>log flags</a:t>
          </a:r>
          <a:endParaRPr lang="en-US" sz="3000" kern="1200"/>
        </a:p>
      </dsp:txBody>
      <dsp:txXfrm>
        <a:off x="7347230" y="2141389"/>
        <a:ext cx="2579885" cy="1547931"/>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DE4DC0-1748-BE44-AF6F-72BA8D46AABD}" type="datetimeFigureOut">
              <a:rPr lang="en-US" smtClean="0"/>
              <a:t>11/10/25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F2BC7A-3889-2147-AFF5-49E62909605B}" type="slidenum">
              <a:rPr lang="en-US" smtClean="0"/>
              <a:t>‹#›</a:t>
            </a:fld>
            <a:endParaRPr lang="en-US"/>
          </a:p>
        </p:txBody>
      </p:sp>
    </p:spTree>
    <p:extLst>
      <p:ext uri="{BB962C8B-B14F-4D97-AF65-F5344CB8AC3E}">
        <p14:creationId xmlns:p14="http://schemas.microsoft.com/office/powerpoint/2010/main" val="1995613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a:t>
            </a:r>
          </a:p>
        </p:txBody>
      </p:sp>
      <p:sp>
        <p:nvSpPr>
          <p:cNvPr id="4" name="Slide Number Placeholder 3"/>
          <p:cNvSpPr>
            <a:spLocks noGrp="1"/>
          </p:cNvSpPr>
          <p:nvPr>
            <p:ph type="sldNum" sz="quarter" idx="5"/>
          </p:nvPr>
        </p:nvSpPr>
        <p:spPr/>
        <p:txBody>
          <a:bodyPr/>
          <a:lstStyle/>
          <a:p>
            <a:fld id="{05F2BC7A-3889-2147-AFF5-49E62909605B}" type="slidenum">
              <a:rPr lang="en-US" smtClean="0"/>
              <a:t>2</a:t>
            </a:fld>
            <a:endParaRPr lang="en-US"/>
          </a:p>
        </p:txBody>
      </p:sp>
    </p:spTree>
    <p:extLst>
      <p:ext uri="{BB962C8B-B14F-4D97-AF65-F5344CB8AC3E}">
        <p14:creationId xmlns:p14="http://schemas.microsoft.com/office/powerpoint/2010/main" val="40975281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a:t>
            </a:r>
          </a:p>
        </p:txBody>
      </p:sp>
      <p:sp>
        <p:nvSpPr>
          <p:cNvPr id="4" name="Slide Number Placeholder 3"/>
          <p:cNvSpPr>
            <a:spLocks noGrp="1"/>
          </p:cNvSpPr>
          <p:nvPr>
            <p:ph type="sldNum" sz="quarter" idx="5"/>
          </p:nvPr>
        </p:nvSpPr>
        <p:spPr/>
        <p:txBody>
          <a:bodyPr/>
          <a:lstStyle/>
          <a:p>
            <a:fld id="{05F2BC7A-3889-2147-AFF5-49E62909605B}" type="slidenum">
              <a:rPr lang="en-US" smtClean="0"/>
              <a:t>5</a:t>
            </a:fld>
            <a:endParaRPr lang="en-US"/>
          </a:p>
        </p:txBody>
      </p:sp>
    </p:spTree>
    <p:extLst>
      <p:ext uri="{BB962C8B-B14F-4D97-AF65-F5344CB8AC3E}">
        <p14:creationId xmlns:p14="http://schemas.microsoft.com/office/powerpoint/2010/main" val="2447631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7-17</a:t>
            </a:r>
          </a:p>
        </p:txBody>
      </p:sp>
      <p:sp>
        <p:nvSpPr>
          <p:cNvPr id="4" name="Slide Number Placeholder 3"/>
          <p:cNvSpPr>
            <a:spLocks noGrp="1"/>
          </p:cNvSpPr>
          <p:nvPr>
            <p:ph type="sldNum" sz="quarter" idx="5"/>
          </p:nvPr>
        </p:nvSpPr>
        <p:spPr/>
        <p:txBody>
          <a:bodyPr/>
          <a:lstStyle/>
          <a:p>
            <a:fld id="{05F2BC7A-3889-2147-AFF5-49E62909605B}" type="slidenum">
              <a:rPr lang="en-US" smtClean="0"/>
              <a:t>7</a:t>
            </a:fld>
            <a:endParaRPr lang="en-US"/>
          </a:p>
        </p:txBody>
      </p:sp>
    </p:spTree>
    <p:extLst>
      <p:ext uri="{BB962C8B-B14F-4D97-AF65-F5344CB8AC3E}">
        <p14:creationId xmlns:p14="http://schemas.microsoft.com/office/powerpoint/2010/main" val="1657999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14-20</a:t>
            </a:r>
          </a:p>
        </p:txBody>
      </p:sp>
      <p:sp>
        <p:nvSpPr>
          <p:cNvPr id="4" name="Slide Number Placeholder 3"/>
          <p:cNvSpPr>
            <a:spLocks noGrp="1"/>
          </p:cNvSpPr>
          <p:nvPr>
            <p:ph type="sldNum" sz="quarter" idx="5"/>
          </p:nvPr>
        </p:nvSpPr>
        <p:spPr/>
        <p:txBody>
          <a:bodyPr/>
          <a:lstStyle/>
          <a:p>
            <a:fld id="{05F2BC7A-3889-2147-AFF5-49E62909605B}" type="slidenum">
              <a:rPr lang="en-US" smtClean="0"/>
              <a:t>11</a:t>
            </a:fld>
            <a:endParaRPr lang="en-US"/>
          </a:p>
        </p:txBody>
      </p:sp>
    </p:spTree>
    <p:extLst>
      <p:ext uri="{BB962C8B-B14F-4D97-AF65-F5344CB8AC3E}">
        <p14:creationId xmlns:p14="http://schemas.microsoft.com/office/powerpoint/2010/main" val="2149223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Early-warning release; aka canary deploy/release, staged rollout. Goal: catch problems before everyone sees them.</a:t>
            </a:r>
          </a:p>
        </p:txBody>
      </p:sp>
      <p:sp>
        <p:nvSpPr>
          <p:cNvPr id="4" name="Slide Number Placeholder 3"/>
          <p:cNvSpPr>
            <a:spLocks noGrp="1"/>
          </p:cNvSpPr>
          <p:nvPr>
            <p:ph type="sldNum" sz="quarter" idx="5"/>
          </p:nvPr>
        </p:nvSpPr>
        <p:spPr/>
        <p:txBody>
          <a:bodyPr/>
          <a:lstStyle/>
          <a:p>
            <a:fld id="{05F2BC7A-3889-2147-AFF5-49E62909605B}" type="slidenum">
              <a:rPr lang="en-US" smtClean="0"/>
              <a:t>14</a:t>
            </a:fld>
            <a:endParaRPr lang="en-US"/>
          </a:p>
        </p:txBody>
      </p:sp>
    </p:spTree>
    <p:extLst>
      <p:ext uri="{BB962C8B-B14F-4D97-AF65-F5344CB8AC3E}">
        <p14:creationId xmlns:p14="http://schemas.microsoft.com/office/powerpoint/2010/main" val="1375774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20-30</a:t>
            </a:r>
          </a:p>
        </p:txBody>
      </p:sp>
      <p:sp>
        <p:nvSpPr>
          <p:cNvPr id="4" name="Slide Number Placeholder 3"/>
          <p:cNvSpPr>
            <a:spLocks noGrp="1"/>
          </p:cNvSpPr>
          <p:nvPr>
            <p:ph type="sldNum" sz="quarter" idx="5"/>
          </p:nvPr>
        </p:nvSpPr>
        <p:spPr/>
        <p:txBody>
          <a:bodyPr/>
          <a:lstStyle/>
          <a:p>
            <a:fld id="{05F2BC7A-3889-2147-AFF5-49E62909605B}" type="slidenum">
              <a:rPr lang="en-US" smtClean="0"/>
              <a:t>16</a:t>
            </a:fld>
            <a:endParaRPr lang="en-US"/>
          </a:p>
        </p:txBody>
      </p:sp>
    </p:spTree>
    <p:extLst>
      <p:ext uri="{BB962C8B-B14F-4D97-AF65-F5344CB8AC3E}">
        <p14:creationId xmlns:p14="http://schemas.microsoft.com/office/powerpoint/2010/main" val="18404214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F2BC7A-3889-2147-AFF5-49E62909605B}" type="slidenum">
              <a:rPr lang="en-US" smtClean="0"/>
              <a:t>18</a:t>
            </a:fld>
            <a:endParaRPr lang="en-US"/>
          </a:p>
        </p:txBody>
      </p:sp>
    </p:spTree>
    <p:extLst>
      <p:ext uri="{BB962C8B-B14F-4D97-AF65-F5344CB8AC3E}">
        <p14:creationId xmlns:p14="http://schemas.microsoft.com/office/powerpoint/2010/main" val="1643865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“Don’t probe policy with prod keys”</a:t>
            </a:r>
            <a:r>
              <a:rPr lang="en-US" dirty="0"/>
              <a:t> = don’t send edgy/red-team prompts (self-harm, sexual content, criminal advice, etc.) to the </a:t>
            </a:r>
            <a:r>
              <a:rPr lang="en-US" b="1" dirty="0"/>
              <a:t>same API keys/tenant</a:t>
            </a:r>
            <a:r>
              <a:rPr lang="en-US" dirty="0"/>
              <a:t> your live app uses. Those requests can be logged, scored against provider policy, and—if they trip enforcement—your </a:t>
            </a:r>
            <a:r>
              <a:rPr lang="en-US" b="1" dirty="0"/>
              <a:t>live account can be throttled or banned</a:t>
            </a:r>
            <a:r>
              <a:rPr lang="en-US" dirty="0"/>
              <a:t>. Do safety testing on </a:t>
            </a:r>
            <a:r>
              <a:rPr lang="en-US" b="1" dirty="0"/>
              <a:t>staging keys</a:t>
            </a:r>
            <a:r>
              <a:rPr lang="en-US" dirty="0"/>
              <a:t> (separate project/tenant, tight budgets/quotas) or </a:t>
            </a:r>
            <a:r>
              <a:rPr lang="en-US" b="1" dirty="0"/>
              <a:t>offline/local models</a:t>
            </a:r>
            <a:r>
              <a:rPr lang="en-US" dirty="0"/>
              <a:t> first.</a:t>
            </a:r>
          </a:p>
          <a:p>
            <a:r>
              <a:rPr lang="en-US" b="1" dirty="0"/>
              <a:t>How this ties to rollback:</a:t>
            </a:r>
            <a:endParaRPr lang="en-US" dirty="0"/>
          </a:p>
          <a:p>
            <a:r>
              <a:rPr lang="en-US" dirty="0"/>
              <a:t>If a new model/config starts getting flagged (policy drift) or quality drops, you need a </a:t>
            </a:r>
            <a:r>
              <a:rPr lang="en-US" b="1" dirty="0"/>
              <a:t>fast, no-code redeploy</a:t>
            </a:r>
            <a:r>
              <a:rPr lang="en-US" dirty="0"/>
              <a:t> path back to the last safe state.</a:t>
            </a:r>
          </a:p>
          <a:p>
            <a:r>
              <a:rPr lang="en-US" dirty="0"/>
              <a:t>Rollback is the operational complement to “don’t probe prod”: you </a:t>
            </a:r>
            <a:r>
              <a:rPr lang="en-US" b="1" dirty="0"/>
              <a:t>test in staging</a:t>
            </a:r>
            <a:r>
              <a:rPr lang="en-US" dirty="0"/>
              <a:t>, then </a:t>
            </a:r>
            <a:r>
              <a:rPr lang="en-US" b="1" dirty="0"/>
              <a:t>canary</a:t>
            </a:r>
            <a:r>
              <a:rPr lang="en-US" dirty="0"/>
              <a:t> in prod; if metrics or flags go bad, </a:t>
            </a:r>
            <a:r>
              <a:rPr lang="en-US" b="1" dirty="0"/>
              <a:t>flip back immediately</a:t>
            </a:r>
            <a:r>
              <a:rPr lang="en-US" dirty="0"/>
              <a:t>.</a:t>
            </a:r>
          </a:p>
          <a:p>
            <a:r>
              <a:rPr lang="en-US" dirty="0"/>
              <a:t>Concrete practices (tight and practical):</a:t>
            </a:r>
          </a:p>
          <a:p>
            <a:r>
              <a:rPr lang="en-US" b="1" dirty="0"/>
              <a:t>Separate environments &amp; keys:</a:t>
            </a:r>
            <a:r>
              <a:rPr lang="en-US" dirty="0"/>
              <a:t> </a:t>
            </a:r>
            <a:r>
              <a:rPr lang="en-US" sz="1200" kern="1200" dirty="0">
                <a:solidFill>
                  <a:schemeClr val="tx1"/>
                </a:solidFill>
                <a:latin typeface="+mn-lt"/>
                <a:ea typeface="+mn-ea"/>
                <a:cs typeface="+mn-cs"/>
              </a:rPr>
              <a:t>OPENAI_API_KEY_PROD</a:t>
            </a:r>
            <a:r>
              <a:rPr lang="en-US" dirty="0"/>
              <a:t> vs </a:t>
            </a:r>
            <a:r>
              <a:rPr lang="en-US" sz="1200" kern="1200" dirty="0">
                <a:solidFill>
                  <a:schemeClr val="tx1"/>
                </a:solidFill>
                <a:latin typeface="+mn-lt"/>
                <a:ea typeface="+mn-ea"/>
                <a:cs typeface="+mn-cs"/>
              </a:rPr>
              <a:t>OPENAI_API_KEY_STAGING</a:t>
            </a:r>
            <a:r>
              <a:rPr lang="en-US" dirty="0"/>
              <a:t>; different org/project if possible. Block staging keys from serving real users.</a:t>
            </a:r>
          </a:p>
          <a:p>
            <a:r>
              <a:rPr lang="en-US" b="1" dirty="0"/>
              <a:t>Moderation-first in both </a:t>
            </a:r>
            <a:r>
              <a:rPr lang="en-US" b="1" dirty="0" err="1"/>
              <a:t>envs</a:t>
            </a:r>
            <a:r>
              <a:rPr lang="en-US" dirty="0"/>
              <a:t>, but run your red-team set </a:t>
            </a:r>
            <a:r>
              <a:rPr lang="en-US" b="1" dirty="0"/>
              <a:t>only in staging/local</a:t>
            </a:r>
            <a:r>
              <a:rPr lang="en-US" dirty="0"/>
              <a:t>. Keep those prompts under access control.</a:t>
            </a:r>
          </a:p>
          <a:p>
            <a:r>
              <a:rPr lang="en-US" b="1" dirty="0"/>
              <a:t>Feature flag/provider adapter:</a:t>
            </a:r>
            <a:r>
              <a:rPr lang="en-US" dirty="0"/>
              <a:t> one switch to pin/unpin model, toggle tools, or route to backup provider.</a:t>
            </a:r>
          </a:p>
          <a:p>
            <a:r>
              <a:rPr lang="en-US" b="1" dirty="0"/>
              <a:t>Kill switch:</a:t>
            </a:r>
            <a:r>
              <a:rPr lang="en-US" dirty="0"/>
              <a:t> env flag to disable generation and fall back to a safe response (“We can’t answer that now.”).</a:t>
            </a:r>
          </a:p>
          <a:p>
            <a:r>
              <a:rPr lang="en-US" b="1" dirty="0"/>
              <a:t>Canary + thresholds:</a:t>
            </a:r>
            <a:r>
              <a:rPr lang="en-US" dirty="0"/>
              <a:t> promote only if p95 latency/flag rate/error rate stay within bounds for N minutes; otherwise auto-rollback.</a:t>
            </a:r>
          </a:p>
          <a:p>
            <a:r>
              <a:rPr lang="en-US" b="1" dirty="0"/>
              <a:t>Version pinning:</a:t>
            </a:r>
            <a:r>
              <a:rPr lang="en-US" dirty="0"/>
              <a:t> specify model/version explicitly so you can revert by config, not code.</a:t>
            </a:r>
          </a:p>
          <a:p>
            <a:r>
              <a:rPr lang="en-US" dirty="0"/>
              <a:t>TL;DR: probe in staging, never with production keys; and always have a one-switch path to revert model/config/provider when policy or behavior shifts.</a:t>
            </a:r>
          </a:p>
          <a:p>
            <a:endParaRPr lang="en-US" dirty="0"/>
          </a:p>
          <a:p>
            <a:endParaRPr lang="en-US" dirty="0"/>
          </a:p>
        </p:txBody>
      </p:sp>
      <p:sp>
        <p:nvSpPr>
          <p:cNvPr id="4" name="Slide Number Placeholder 3"/>
          <p:cNvSpPr>
            <a:spLocks noGrp="1"/>
          </p:cNvSpPr>
          <p:nvPr>
            <p:ph type="sldNum" sz="quarter" idx="5"/>
          </p:nvPr>
        </p:nvSpPr>
        <p:spPr/>
        <p:txBody>
          <a:bodyPr/>
          <a:lstStyle/>
          <a:p>
            <a:fld id="{05F2BC7A-3889-2147-AFF5-49E62909605B}" type="slidenum">
              <a:rPr lang="en-US" smtClean="0"/>
              <a:t>19</a:t>
            </a:fld>
            <a:endParaRPr lang="en-US"/>
          </a:p>
        </p:txBody>
      </p:sp>
    </p:spTree>
    <p:extLst>
      <p:ext uri="{BB962C8B-B14F-4D97-AF65-F5344CB8AC3E}">
        <p14:creationId xmlns:p14="http://schemas.microsoft.com/office/powerpoint/2010/main" val="33302242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F2BC7A-3889-2147-AFF5-49E62909605B}" type="slidenum">
              <a:rPr lang="en-US" smtClean="0"/>
              <a:t>22</a:t>
            </a:fld>
            <a:endParaRPr lang="en-US"/>
          </a:p>
        </p:txBody>
      </p:sp>
    </p:spTree>
    <p:extLst>
      <p:ext uri="{BB962C8B-B14F-4D97-AF65-F5344CB8AC3E}">
        <p14:creationId xmlns:p14="http://schemas.microsoft.com/office/powerpoint/2010/main" val="29361244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38-44</a:t>
            </a:r>
          </a:p>
        </p:txBody>
      </p:sp>
      <p:sp>
        <p:nvSpPr>
          <p:cNvPr id="4" name="Slide Number Placeholder 3"/>
          <p:cNvSpPr>
            <a:spLocks noGrp="1"/>
          </p:cNvSpPr>
          <p:nvPr>
            <p:ph type="sldNum" sz="quarter" idx="5"/>
          </p:nvPr>
        </p:nvSpPr>
        <p:spPr/>
        <p:txBody>
          <a:bodyPr/>
          <a:lstStyle/>
          <a:p>
            <a:fld id="{05F2BC7A-3889-2147-AFF5-49E62909605B}" type="slidenum">
              <a:rPr lang="en-US" smtClean="0"/>
              <a:t>25</a:t>
            </a:fld>
            <a:endParaRPr lang="en-US"/>
          </a:p>
        </p:txBody>
      </p:sp>
    </p:spTree>
    <p:extLst>
      <p:ext uri="{BB962C8B-B14F-4D97-AF65-F5344CB8AC3E}">
        <p14:creationId xmlns:p14="http://schemas.microsoft.com/office/powerpoint/2010/main" val="3379661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5F2BC7A-3889-2147-AFF5-49E62909605B}" type="slidenum">
              <a:rPr lang="en-US" smtClean="0"/>
              <a:t>26</a:t>
            </a:fld>
            <a:endParaRPr lang="en-US"/>
          </a:p>
        </p:txBody>
      </p:sp>
    </p:spTree>
    <p:extLst>
      <p:ext uri="{BB962C8B-B14F-4D97-AF65-F5344CB8AC3E}">
        <p14:creationId xmlns:p14="http://schemas.microsoft.com/office/powerpoint/2010/main" val="32160852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91CC5-CA7D-D7C4-AA13-13EF416C88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BD7394-5988-9530-4771-20674AA0B3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FA9B28-6959-C3B5-EB3E-DB0B6B719B11}"/>
              </a:ext>
            </a:extLst>
          </p:cNvPr>
          <p:cNvSpPr>
            <a:spLocks noGrp="1"/>
          </p:cNvSpPr>
          <p:nvPr>
            <p:ph type="body" idx="1"/>
          </p:nvPr>
        </p:nvSpPr>
        <p:spPr/>
        <p:txBody>
          <a:bodyPr/>
          <a:lstStyle/>
          <a:p>
            <a:r>
              <a:rPr lang="en-US" dirty="0"/>
              <a:t>Pinning = “freeze the </a:t>
            </a:r>
            <a:r>
              <a:rPr lang="en-US" dirty="0" err="1"/>
              <a:t>model+settings</a:t>
            </a:r>
            <a:r>
              <a:rPr lang="en-US" dirty="0"/>
              <a:t> so behavior is stable.”</a:t>
            </a:r>
            <a:br>
              <a:rPr lang="en-US" dirty="0"/>
            </a:br>
            <a:r>
              <a:rPr lang="en-US" dirty="0"/>
              <a:t>Rollback = “if canary metrics slip, flip back without code changes.”</a:t>
            </a:r>
          </a:p>
        </p:txBody>
      </p:sp>
      <p:sp>
        <p:nvSpPr>
          <p:cNvPr id="4" name="Slide Number Placeholder 3">
            <a:extLst>
              <a:ext uri="{FF2B5EF4-FFF2-40B4-BE49-F238E27FC236}">
                <a16:creationId xmlns:a16="http://schemas.microsoft.com/office/drawing/2014/main" id="{90CA34B3-AA7F-E34A-A9D3-847389D30CF2}"/>
              </a:ext>
            </a:extLst>
          </p:cNvPr>
          <p:cNvSpPr>
            <a:spLocks noGrp="1"/>
          </p:cNvSpPr>
          <p:nvPr>
            <p:ph type="sldNum" sz="quarter" idx="5"/>
          </p:nvPr>
        </p:nvSpPr>
        <p:spPr/>
        <p:txBody>
          <a:bodyPr/>
          <a:lstStyle/>
          <a:p>
            <a:fld id="{05F2BC7A-3889-2147-AFF5-49E62909605B}" type="slidenum">
              <a:rPr lang="en-US" smtClean="0"/>
              <a:t>27</a:t>
            </a:fld>
            <a:endParaRPr lang="en-US"/>
          </a:p>
        </p:txBody>
      </p:sp>
    </p:spTree>
    <p:extLst>
      <p:ext uri="{BB962C8B-B14F-4D97-AF65-F5344CB8AC3E}">
        <p14:creationId xmlns:p14="http://schemas.microsoft.com/office/powerpoint/2010/main" val="6648892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8CAE1-49F3-7102-AE8F-F3C0D94A0A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CFE13-CD7D-68CB-D310-305C895AE4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2417DD-211E-F8C5-429B-07971264C202}"/>
              </a:ext>
            </a:extLst>
          </p:cNvPr>
          <p:cNvSpPr>
            <a:spLocks noGrp="1"/>
          </p:cNvSpPr>
          <p:nvPr>
            <p:ph type="body" idx="1"/>
          </p:nvPr>
        </p:nvSpPr>
        <p:spPr/>
        <p:txBody>
          <a:bodyPr/>
          <a:lstStyle/>
          <a:p>
            <a:r>
              <a:rPr lang="en-US" dirty="0"/>
              <a:t>implement as a feature flag/env var; when on, skip model calls and tools, e.g., “We’re having issues and paused answers to keep things safe. Please try again soon.” Keep health checks alive, collect metrics, and decide whether to roll back or switch providers before turning generation back on.</a:t>
            </a:r>
          </a:p>
        </p:txBody>
      </p:sp>
      <p:sp>
        <p:nvSpPr>
          <p:cNvPr id="4" name="Slide Number Placeholder 3">
            <a:extLst>
              <a:ext uri="{FF2B5EF4-FFF2-40B4-BE49-F238E27FC236}">
                <a16:creationId xmlns:a16="http://schemas.microsoft.com/office/drawing/2014/main" id="{76E437D1-09A0-92C1-4CAD-CB9CAE6CD536}"/>
              </a:ext>
            </a:extLst>
          </p:cNvPr>
          <p:cNvSpPr>
            <a:spLocks noGrp="1"/>
          </p:cNvSpPr>
          <p:nvPr>
            <p:ph type="sldNum" sz="quarter" idx="5"/>
          </p:nvPr>
        </p:nvSpPr>
        <p:spPr/>
        <p:txBody>
          <a:bodyPr/>
          <a:lstStyle/>
          <a:p>
            <a:fld id="{05F2BC7A-3889-2147-AFF5-49E62909605B}" type="slidenum">
              <a:rPr lang="en-US" smtClean="0"/>
              <a:t>28</a:t>
            </a:fld>
            <a:endParaRPr lang="en-US"/>
          </a:p>
        </p:txBody>
      </p:sp>
    </p:spTree>
    <p:extLst>
      <p:ext uri="{BB962C8B-B14F-4D97-AF65-F5344CB8AC3E}">
        <p14:creationId xmlns:p14="http://schemas.microsoft.com/office/powerpoint/2010/main" val="173558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44-52 (START BY 11:04)</a:t>
            </a:r>
          </a:p>
        </p:txBody>
      </p:sp>
      <p:sp>
        <p:nvSpPr>
          <p:cNvPr id="4" name="Slide Number Placeholder 3"/>
          <p:cNvSpPr>
            <a:spLocks noGrp="1"/>
          </p:cNvSpPr>
          <p:nvPr>
            <p:ph type="sldNum" sz="quarter" idx="5"/>
          </p:nvPr>
        </p:nvSpPr>
        <p:spPr/>
        <p:txBody>
          <a:bodyPr/>
          <a:lstStyle/>
          <a:p>
            <a:fld id="{05F2BC7A-3889-2147-AFF5-49E62909605B}" type="slidenum">
              <a:rPr lang="en-US" smtClean="0"/>
              <a:t>30</a:t>
            </a:fld>
            <a:endParaRPr lang="en-US"/>
          </a:p>
        </p:txBody>
      </p:sp>
    </p:spTree>
    <p:extLst>
      <p:ext uri="{BB962C8B-B14F-4D97-AF65-F5344CB8AC3E}">
        <p14:creationId xmlns:p14="http://schemas.microsoft.com/office/powerpoint/2010/main" val="1394634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A4311-B24D-DAEE-0336-5951BCAE50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11709C7-A4E1-4BF5-4EF4-9A96F94F23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7F5F33-5146-9A0C-003E-BF1222A291FF}"/>
              </a:ext>
            </a:extLst>
          </p:cNvPr>
          <p:cNvSpPr>
            <a:spLocks noGrp="1"/>
          </p:cNvSpPr>
          <p:nvPr>
            <p:ph type="dt" sz="half" idx="10"/>
          </p:nvPr>
        </p:nvSpPr>
        <p:spPr/>
        <p:txBody>
          <a:bodyPr/>
          <a:lstStyle/>
          <a:p>
            <a:fld id="{0F256136-A9AA-0544-BD4E-A6AB4C6E9062}" type="datetimeFigureOut">
              <a:rPr lang="en-US" smtClean="0"/>
              <a:t>11/10/25</a:t>
            </a:fld>
            <a:endParaRPr lang="en-US"/>
          </a:p>
        </p:txBody>
      </p:sp>
      <p:sp>
        <p:nvSpPr>
          <p:cNvPr id="5" name="Footer Placeholder 4">
            <a:extLst>
              <a:ext uri="{FF2B5EF4-FFF2-40B4-BE49-F238E27FC236}">
                <a16:creationId xmlns:a16="http://schemas.microsoft.com/office/drawing/2014/main" id="{E305EE27-ACEE-57E9-7D68-B177CB8CC5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2BA36-3624-04C2-34E8-DA5C94A565BB}"/>
              </a:ext>
            </a:extLst>
          </p:cNvPr>
          <p:cNvSpPr>
            <a:spLocks noGrp="1"/>
          </p:cNvSpPr>
          <p:nvPr>
            <p:ph type="sldNum" sz="quarter" idx="12"/>
          </p:nvPr>
        </p:nvSpPr>
        <p:spPr/>
        <p:txBody>
          <a:bodyPr/>
          <a:lstStyle/>
          <a:p>
            <a:fld id="{546CEEF8-3799-094C-BB88-F62AA27F03C6}" type="slidenum">
              <a:rPr lang="en-US" smtClean="0"/>
              <a:t>‹#›</a:t>
            </a:fld>
            <a:endParaRPr lang="en-US"/>
          </a:p>
        </p:txBody>
      </p:sp>
    </p:spTree>
    <p:extLst>
      <p:ext uri="{BB962C8B-B14F-4D97-AF65-F5344CB8AC3E}">
        <p14:creationId xmlns:p14="http://schemas.microsoft.com/office/powerpoint/2010/main" val="3356911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1BC2C-6CE6-19A4-C89C-6AFCE1CC27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ED829E-0486-EDF9-3FD5-EB29758067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BEFB51-9F24-66C2-27F2-2A912F980190}"/>
              </a:ext>
            </a:extLst>
          </p:cNvPr>
          <p:cNvSpPr>
            <a:spLocks noGrp="1"/>
          </p:cNvSpPr>
          <p:nvPr>
            <p:ph type="dt" sz="half" idx="10"/>
          </p:nvPr>
        </p:nvSpPr>
        <p:spPr/>
        <p:txBody>
          <a:bodyPr/>
          <a:lstStyle/>
          <a:p>
            <a:fld id="{0F256136-A9AA-0544-BD4E-A6AB4C6E9062}" type="datetimeFigureOut">
              <a:rPr lang="en-US" smtClean="0"/>
              <a:t>11/10/25</a:t>
            </a:fld>
            <a:endParaRPr lang="en-US"/>
          </a:p>
        </p:txBody>
      </p:sp>
      <p:sp>
        <p:nvSpPr>
          <p:cNvPr id="5" name="Footer Placeholder 4">
            <a:extLst>
              <a:ext uri="{FF2B5EF4-FFF2-40B4-BE49-F238E27FC236}">
                <a16:creationId xmlns:a16="http://schemas.microsoft.com/office/drawing/2014/main" id="{F2271130-9B23-6554-A484-D36E86B04F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34E943-2242-FC3D-B183-76A8B8A54068}"/>
              </a:ext>
            </a:extLst>
          </p:cNvPr>
          <p:cNvSpPr>
            <a:spLocks noGrp="1"/>
          </p:cNvSpPr>
          <p:nvPr>
            <p:ph type="sldNum" sz="quarter" idx="12"/>
          </p:nvPr>
        </p:nvSpPr>
        <p:spPr/>
        <p:txBody>
          <a:bodyPr/>
          <a:lstStyle/>
          <a:p>
            <a:fld id="{546CEEF8-3799-094C-BB88-F62AA27F03C6}" type="slidenum">
              <a:rPr lang="en-US" smtClean="0"/>
              <a:t>‹#›</a:t>
            </a:fld>
            <a:endParaRPr lang="en-US"/>
          </a:p>
        </p:txBody>
      </p:sp>
    </p:spTree>
    <p:extLst>
      <p:ext uri="{BB962C8B-B14F-4D97-AF65-F5344CB8AC3E}">
        <p14:creationId xmlns:p14="http://schemas.microsoft.com/office/powerpoint/2010/main" val="3233171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AB694-DC8F-C7C4-5B83-5D61B91007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7C0E236-314E-FDB0-40E1-3B27FEFC9E1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98FF9F-FD84-5155-ECAE-B219565D47F3}"/>
              </a:ext>
            </a:extLst>
          </p:cNvPr>
          <p:cNvSpPr>
            <a:spLocks noGrp="1"/>
          </p:cNvSpPr>
          <p:nvPr>
            <p:ph type="dt" sz="half" idx="10"/>
          </p:nvPr>
        </p:nvSpPr>
        <p:spPr/>
        <p:txBody>
          <a:bodyPr/>
          <a:lstStyle/>
          <a:p>
            <a:fld id="{0F256136-A9AA-0544-BD4E-A6AB4C6E9062}" type="datetimeFigureOut">
              <a:rPr lang="en-US" smtClean="0"/>
              <a:t>11/10/25</a:t>
            </a:fld>
            <a:endParaRPr lang="en-US"/>
          </a:p>
        </p:txBody>
      </p:sp>
      <p:sp>
        <p:nvSpPr>
          <p:cNvPr id="5" name="Footer Placeholder 4">
            <a:extLst>
              <a:ext uri="{FF2B5EF4-FFF2-40B4-BE49-F238E27FC236}">
                <a16:creationId xmlns:a16="http://schemas.microsoft.com/office/drawing/2014/main" id="{1CFFA543-1A0A-C804-DD5E-CAD90B8F39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D3BAE9-4634-45FE-24DB-077E836A8AB2}"/>
              </a:ext>
            </a:extLst>
          </p:cNvPr>
          <p:cNvSpPr>
            <a:spLocks noGrp="1"/>
          </p:cNvSpPr>
          <p:nvPr>
            <p:ph type="sldNum" sz="quarter" idx="12"/>
          </p:nvPr>
        </p:nvSpPr>
        <p:spPr/>
        <p:txBody>
          <a:bodyPr/>
          <a:lstStyle/>
          <a:p>
            <a:fld id="{546CEEF8-3799-094C-BB88-F62AA27F03C6}" type="slidenum">
              <a:rPr lang="en-US" smtClean="0"/>
              <a:t>‹#›</a:t>
            </a:fld>
            <a:endParaRPr lang="en-US"/>
          </a:p>
        </p:txBody>
      </p:sp>
    </p:spTree>
    <p:extLst>
      <p:ext uri="{BB962C8B-B14F-4D97-AF65-F5344CB8AC3E}">
        <p14:creationId xmlns:p14="http://schemas.microsoft.com/office/powerpoint/2010/main" val="3172180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1D338-A305-4C0D-654B-62C20A8388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13C8B0-48B8-9C27-6B53-B40A552798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381BF2-7B25-AA32-4B54-B9836E6653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68EAE7D-FD9C-2227-BDB0-67F622B8ECF2}"/>
              </a:ext>
            </a:extLst>
          </p:cNvPr>
          <p:cNvSpPr>
            <a:spLocks noGrp="1"/>
          </p:cNvSpPr>
          <p:nvPr>
            <p:ph type="dt" sz="half" idx="10"/>
          </p:nvPr>
        </p:nvSpPr>
        <p:spPr/>
        <p:txBody>
          <a:bodyPr/>
          <a:lstStyle/>
          <a:p>
            <a:fld id="{0F256136-A9AA-0544-BD4E-A6AB4C6E9062}" type="datetimeFigureOut">
              <a:rPr lang="en-US" smtClean="0"/>
              <a:t>11/10/25</a:t>
            </a:fld>
            <a:endParaRPr lang="en-US"/>
          </a:p>
        </p:txBody>
      </p:sp>
      <p:sp>
        <p:nvSpPr>
          <p:cNvPr id="6" name="Footer Placeholder 5">
            <a:extLst>
              <a:ext uri="{FF2B5EF4-FFF2-40B4-BE49-F238E27FC236}">
                <a16:creationId xmlns:a16="http://schemas.microsoft.com/office/drawing/2014/main" id="{ADFF1C80-77CA-07BF-AF3B-8A5B6B2585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F59C94-9D3D-FF2F-F505-1559D394C3EA}"/>
              </a:ext>
            </a:extLst>
          </p:cNvPr>
          <p:cNvSpPr>
            <a:spLocks noGrp="1"/>
          </p:cNvSpPr>
          <p:nvPr>
            <p:ph type="sldNum" sz="quarter" idx="12"/>
          </p:nvPr>
        </p:nvSpPr>
        <p:spPr/>
        <p:txBody>
          <a:bodyPr/>
          <a:lstStyle/>
          <a:p>
            <a:fld id="{546CEEF8-3799-094C-BB88-F62AA27F03C6}" type="slidenum">
              <a:rPr lang="en-US" smtClean="0"/>
              <a:t>‹#›</a:t>
            </a:fld>
            <a:endParaRPr lang="en-US"/>
          </a:p>
        </p:txBody>
      </p:sp>
    </p:spTree>
    <p:extLst>
      <p:ext uri="{BB962C8B-B14F-4D97-AF65-F5344CB8AC3E}">
        <p14:creationId xmlns:p14="http://schemas.microsoft.com/office/powerpoint/2010/main" val="1338224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7496C-E82F-C865-CD89-6684F635A53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177CF75-FAE7-66FE-E6F2-EF8A2CD3CA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5377D3-0A4B-5BE5-E3EF-755702CBB6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732A1AB-D3F5-0AFA-D55F-D9DA932011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2FBA3E-59F2-AAC8-9AAA-3C49BDE80C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33AEC2-E6B4-6504-AFBB-D010E2A92705}"/>
              </a:ext>
            </a:extLst>
          </p:cNvPr>
          <p:cNvSpPr>
            <a:spLocks noGrp="1"/>
          </p:cNvSpPr>
          <p:nvPr>
            <p:ph type="dt" sz="half" idx="10"/>
          </p:nvPr>
        </p:nvSpPr>
        <p:spPr/>
        <p:txBody>
          <a:bodyPr/>
          <a:lstStyle/>
          <a:p>
            <a:fld id="{0F256136-A9AA-0544-BD4E-A6AB4C6E9062}" type="datetimeFigureOut">
              <a:rPr lang="en-US" smtClean="0"/>
              <a:t>11/10/25</a:t>
            </a:fld>
            <a:endParaRPr lang="en-US"/>
          </a:p>
        </p:txBody>
      </p:sp>
      <p:sp>
        <p:nvSpPr>
          <p:cNvPr id="8" name="Footer Placeholder 7">
            <a:extLst>
              <a:ext uri="{FF2B5EF4-FFF2-40B4-BE49-F238E27FC236}">
                <a16:creationId xmlns:a16="http://schemas.microsoft.com/office/drawing/2014/main" id="{A4C53A87-FE24-5E6A-4D42-4C3720EC8B0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EDB642D-007F-668B-EF49-CFB5A54D218B}"/>
              </a:ext>
            </a:extLst>
          </p:cNvPr>
          <p:cNvSpPr>
            <a:spLocks noGrp="1"/>
          </p:cNvSpPr>
          <p:nvPr>
            <p:ph type="sldNum" sz="quarter" idx="12"/>
          </p:nvPr>
        </p:nvSpPr>
        <p:spPr/>
        <p:txBody>
          <a:bodyPr/>
          <a:lstStyle/>
          <a:p>
            <a:fld id="{546CEEF8-3799-094C-BB88-F62AA27F03C6}" type="slidenum">
              <a:rPr lang="en-US" smtClean="0"/>
              <a:t>‹#›</a:t>
            </a:fld>
            <a:endParaRPr lang="en-US"/>
          </a:p>
        </p:txBody>
      </p:sp>
    </p:spTree>
    <p:extLst>
      <p:ext uri="{BB962C8B-B14F-4D97-AF65-F5344CB8AC3E}">
        <p14:creationId xmlns:p14="http://schemas.microsoft.com/office/powerpoint/2010/main" val="1305618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2E674-9B1D-6CCB-F43B-485B128737B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184CBB-2F04-3645-FA49-50EE0F9CF281}"/>
              </a:ext>
            </a:extLst>
          </p:cNvPr>
          <p:cNvSpPr>
            <a:spLocks noGrp="1"/>
          </p:cNvSpPr>
          <p:nvPr>
            <p:ph type="dt" sz="half" idx="10"/>
          </p:nvPr>
        </p:nvSpPr>
        <p:spPr/>
        <p:txBody>
          <a:bodyPr/>
          <a:lstStyle/>
          <a:p>
            <a:fld id="{0F256136-A9AA-0544-BD4E-A6AB4C6E9062}" type="datetimeFigureOut">
              <a:rPr lang="en-US" smtClean="0"/>
              <a:t>11/10/25</a:t>
            </a:fld>
            <a:endParaRPr lang="en-US"/>
          </a:p>
        </p:txBody>
      </p:sp>
      <p:sp>
        <p:nvSpPr>
          <p:cNvPr id="4" name="Footer Placeholder 3">
            <a:extLst>
              <a:ext uri="{FF2B5EF4-FFF2-40B4-BE49-F238E27FC236}">
                <a16:creationId xmlns:a16="http://schemas.microsoft.com/office/drawing/2014/main" id="{1854DB49-A6F4-5B57-2388-DE3F21371B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C912F9D-13E8-BD8B-C73B-C81C930935C9}"/>
              </a:ext>
            </a:extLst>
          </p:cNvPr>
          <p:cNvSpPr>
            <a:spLocks noGrp="1"/>
          </p:cNvSpPr>
          <p:nvPr>
            <p:ph type="sldNum" sz="quarter" idx="12"/>
          </p:nvPr>
        </p:nvSpPr>
        <p:spPr/>
        <p:txBody>
          <a:bodyPr/>
          <a:lstStyle/>
          <a:p>
            <a:fld id="{546CEEF8-3799-094C-BB88-F62AA27F03C6}" type="slidenum">
              <a:rPr lang="en-US" smtClean="0"/>
              <a:t>‹#›</a:t>
            </a:fld>
            <a:endParaRPr lang="en-US"/>
          </a:p>
        </p:txBody>
      </p:sp>
    </p:spTree>
    <p:extLst>
      <p:ext uri="{BB962C8B-B14F-4D97-AF65-F5344CB8AC3E}">
        <p14:creationId xmlns:p14="http://schemas.microsoft.com/office/powerpoint/2010/main" val="1304202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6ADCEC-968D-B12C-0642-10955B2DD11A}"/>
              </a:ext>
            </a:extLst>
          </p:cNvPr>
          <p:cNvSpPr>
            <a:spLocks noGrp="1"/>
          </p:cNvSpPr>
          <p:nvPr>
            <p:ph type="dt" sz="half" idx="10"/>
          </p:nvPr>
        </p:nvSpPr>
        <p:spPr/>
        <p:txBody>
          <a:bodyPr/>
          <a:lstStyle/>
          <a:p>
            <a:fld id="{0F256136-A9AA-0544-BD4E-A6AB4C6E9062}" type="datetimeFigureOut">
              <a:rPr lang="en-US" smtClean="0"/>
              <a:t>11/10/25</a:t>
            </a:fld>
            <a:endParaRPr lang="en-US"/>
          </a:p>
        </p:txBody>
      </p:sp>
      <p:sp>
        <p:nvSpPr>
          <p:cNvPr id="3" name="Footer Placeholder 2">
            <a:extLst>
              <a:ext uri="{FF2B5EF4-FFF2-40B4-BE49-F238E27FC236}">
                <a16:creationId xmlns:a16="http://schemas.microsoft.com/office/drawing/2014/main" id="{CADA0703-BF90-2B39-63F3-04973A37ECC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9B80F79-E637-45C6-B4BA-95555E8B32AA}"/>
              </a:ext>
            </a:extLst>
          </p:cNvPr>
          <p:cNvSpPr>
            <a:spLocks noGrp="1"/>
          </p:cNvSpPr>
          <p:nvPr>
            <p:ph type="sldNum" sz="quarter" idx="12"/>
          </p:nvPr>
        </p:nvSpPr>
        <p:spPr/>
        <p:txBody>
          <a:bodyPr/>
          <a:lstStyle/>
          <a:p>
            <a:fld id="{546CEEF8-3799-094C-BB88-F62AA27F03C6}" type="slidenum">
              <a:rPr lang="en-US" smtClean="0"/>
              <a:t>‹#›</a:t>
            </a:fld>
            <a:endParaRPr lang="en-US"/>
          </a:p>
        </p:txBody>
      </p:sp>
    </p:spTree>
    <p:extLst>
      <p:ext uri="{BB962C8B-B14F-4D97-AF65-F5344CB8AC3E}">
        <p14:creationId xmlns:p14="http://schemas.microsoft.com/office/powerpoint/2010/main" val="1941392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62C01-9972-7BEA-DB1A-C467E62F32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0961EFC-BB5E-708A-9D5F-D7A84A42DA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DFB105-F57F-DBAB-D273-36F29CB835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734799-2A6E-180F-57FA-4F7C28EB4F01}"/>
              </a:ext>
            </a:extLst>
          </p:cNvPr>
          <p:cNvSpPr>
            <a:spLocks noGrp="1"/>
          </p:cNvSpPr>
          <p:nvPr>
            <p:ph type="dt" sz="half" idx="10"/>
          </p:nvPr>
        </p:nvSpPr>
        <p:spPr/>
        <p:txBody>
          <a:bodyPr/>
          <a:lstStyle/>
          <a:p>
            <a:fld id="{0F256136-A9AA-0544-BD4E-A6AB4C6E9062}" type="datetimeFigureOut">
              <a:rPr lang="en-US" smtClean="0"/>
              <a:t>11/10/25</a:t>
            </a:fld>
            <a:endParaRPr lang="en-US"/>
          </a:p>
        </p:txBody>
      </p:sp>
      <p:sp>
        <p:nvSpPr>
          <p:cNvPr id="6" name="Footer Placeholder 5">
            <a:extLst>
              <a:ext uri="{FF2B5EF4-FFF2-40B4-BE49-F238E27FC236}">
                <a16:creationId xmlns:a16="http://schemas.microsoft.com/office/drawing/2014/main" id="{19D3A77E-3681-DBBE-36E0-C271F12058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479D2D-D489-8F1A-33C6-B60C587D5888}"/>
              </a:ext>
            </a:extLst>
          </p:cNvPr>
          <p:cNvSpPr>
            <a:spLocks noGrp="1"/>
          </p:cNvSpPr>
          <p:nvPr>
            <p:ph type="sldNum" sz="quarter" idx="12"/>
          </p:nvPr>
        </p:nvSpPr>
        <p:spPr/>
        <p:txBody>
          <a:bodyPr/>
          <a:lstStyle/>
          <a:p>
            <a:fld id="{546CEEF8-3799-094C-BB88-F62AA27F03C6}" type="slidenum">
              <a:rPr lang="en-US" smtClean="0"/>
              <a:t>‹#›</a:t>
            </a:fld>
            <a:endParaRPr lang="en-US"/>
          </a:p>
        </p:txBody>
      </p:sp>
    </p:spTree>
    <p:extLst>
      <p:ext uri="{BB962C8B-B14F-4D97-AF65-F5344CB8AC3E}">
        <p14:creationId xmlns:p14="http://schemas.microsoft.com/office/powerpoint/2010/main" val="1439062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D9A3B-BA69-2B5A-C1EA-A3147390A2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9EC4943-8398-054A-9D89-67CBFAC10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7EF1F7B-688E-0CE7-D0E6-ACEA997FD0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917C67-FDC9-6564-3D1E-947A238B69DB}"/>
              </a:ext>
            </a:extLst>
          </p:cNvPr>
          <p:cNvSpPr>
            <a:spLocks noGrp="1"/>
          </p:cNvSpPr>
          <p:nvPr>
            <p:ph type="dt" sz="half" idx="10"/>
          </p:nvPr>
        </p:nvSpPr>
        <p:spPr/>
        <p:txBody>
          <a:bodyPr/>
          <a:lstStyle/>
          <a:p>
            <a:fld id="{0F256136-A9AA-0544-BD4E-A6AB4C6E9062}" type="datetimeFigureOut">
              <a:rPr lang="en-US" smtClean="0"/>
              <a:t>11/10/25</a:t>
            </a:fld>
            <a:endParaRPr lang="en-US"/>
          </a:p>
        </p:txBody>
      </p:sp>
      <p:sp>
        <p:nvSpPr>
          <p:cNvPr id="6" name="Footer Placeholder 5">
            <a:extLst>
              <a:ext uri="{FF2B5EF4-FFF2-40B4-BE49-F238E27FC236}">
                <a16:creationId xmlns:a16="http://schemas.microsoft.com/office/drawing/2014/main" id="{B870DDDE-F732-ED13-B295-31341D21E8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C5F9E8-4CF4-25BC-7CD7-C545BB4521BD}"/>
              </a:ext>
            </a:extLst>
          </p:cNvPr>
          <p:cNvSpPr>
            <a:spLocks noGrp="1"/>
          </p:cNvSpPr>
          <p:nvPr>
            <p:ph type="sldNum" sz="quarter" idx="12"/>
          </p:nvPr>
        </p:nvSpPr>
        <p:spPr/>
        <p:txBody>
          <a:bodyPr/>
          <a:lstStyle/>
          <a:p>
            <a:fld id="{546CEEF8-3799-094C-BB88-F62AA27F03C6}" type="slidenum">
              <a:rPr lang="en-US" smtClean="0"/>
              <a:t>‹#›</a:t>
            </a:fld>
            <a:endParaRPr lang="en-US"/>
          </a:p>
        </p:txBody>
      </p:sp>
    </p:spTree>
    <p:extLst>
      <p:ext uri="{BB962C8B-B14F-4D97-AF65-F5344CB8AC3E}">
        <p14:creationId xmlns:p14="http://schemas.microsoft.com/office/powerpoint/2010/main" val="1756673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6BF71-10B4-2D37-CED6-A3F2248C92D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F40113-630F-8E89-4138-20249CF9D0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51BB53-1E10-D924-7CF7-C53EB6F83290}"/>
              </a:ext>
            </a:extLst>
          </p:cNvPr>
          <p:cNvSpPr>
            <a:spLocks noGrp="1"/>
          </p:cNvSpPr>
          <p:nvPr>
            <p:ph type="dt" sz="half" idx="10"/>
          </p:nvPr>
        </p:nvSpPr>
        <p:spPr/>
        <p:txBody>
          <a:bodyPr/>
          <a:lstStyle/>
          <a:p>
            <a:fld id="{0F256136-A9AA-0544-BD4E-A6AB4C6E9062}" type="datetimeFigureOut">
              <a:rPr lang="en-US" smtClean="0"/>
              <a:t>11/10/25</a:t>
            </a:fld>
            <a:endParaRPr lang="en-US"/>
          </a:p>
        </p:txBody>
      </p:sp>
      <p:sp>
        <p:nvSpPr>
          <p:cNvPr id="5" name="Footer Placeholder 4">
            <a:extLst>
              <a:ext uri="{FF2B5EF4-FFF2-40B4-BE49-F238E27FC236}">
                <a16:creationId xmlns:a16="http://schemas.microsoft.com/office/drawing/2014/main" id="{1A4D8BD5-8F71-219C-F6E1-2D878DB313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7CDB5B-3033-A734-42D9-CED4917B1AD4}"/>
              </a:ext>
            </a:extLst>
          </p:cNvPr>
          <p:cNvSpPr>
            <a:spLocks noGrp="1"/>
          </p:cNvSpPr>
          <p:nvPr>
            <p:ph type="sldNum" sz="quarter" idx="12"/>
          </p:nvPr>
        </p:nvSpPr>
        <p:spPr/>
        <p:txBody>
          <a:bodyPr/>
          <a:lstStyle/>
          <a:p>
            <a:fld id="{546CEEF8-3799-094C-BB88-F62AA27F03C6}" type="slidenum">
              <a:rPr lang="en-US" smtClean="0"/>
              <a:t>‹#›</a:t>
            </a:fld>
            <a:endParaRPr lang="en-US"/>
          </a:p>
        </p:txBody>
      </p:sp>
    </p:spTree>
    <p:extLst>
      <p:ext uri="{BB962C8B-B14F-4D97-AF65-F5344CB8AC3E}">
        <p14:creationId xmlns:p14="http://schemas.microsoft.com/office/powerpoint/2010/main" val="4263647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A0D277-8679-9FCA-C41C-4FC93510AA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E62AB2-F85E-DF0B-7821-84B5F9AC0F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1811D8-1149-AEEA-7286-84EECFEEA2AE}"/>
              </a:ext>
            </a:extLst>
          </p:cNvPr>
          <p:cNvSpPr>
            <a:spLocks noGrp="1"/>
          </p:cNvSpPr>
          <p:nvPr>
            <p:ph type="dt" sz="half" idx="10"/>
          </p:nvPr>
        </p:nvSpPr>
        <p:spPr/>
        <p:txBody>
          <a:bodyPr/>
          <a:lstStyle/>
          <a:p>
            <a:fld id="{0F256136-A9AA-0544-BD4E-A6AB4C6E9062}" type="datetimeFigureOut">
              <a:rPr lang="en-US" smtClean="0"/>
              <a:t>11/10/25</a:t>
            </a:fld>
            <a:endParaRPr lang="en-US"/>
          </a:p>
        </p:txBody>
      </p:sp>
      <p:sp>
        <p:nvSpPr>
          <p:cNvPr id="5" name="Footer Placeholder 4">
            <a:extLst>
              <a:ext uri="{FF2B5EF4-FFF2-40B4-BE49-F238E27FC236}">
                <a16:creationId xmlns:a16="http://schemas.microsoft.com/office/drawing/2014/main" id="{0927040C-08D8-541C-AFF9-6FBA107C09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84543A-C4DC-B2B4-A30D-349680FE62CC}"/>
              </a:ext>
            </a:extLst>
          </p:cNvPr>
          <p:cNvSpPr>
            <a:spLocks noGrp="1"/>
          </p:cNvSpPr>
          <p:nvPr>
            <p:ph type="sldNum" sz="quarter" idx="12"/>
          </p:nvPr>
        </p:nvSpPr>
        <p:spPr/>
        <p:txBody>
          <a:bodyPr/>
          <a:lstStyle/>
          <a:p>
            <a:fld id="{546CEEF8-3799-094C-BB88-F62AA27F03C6}" type="slidenum">
              <a:rPr lang="en-US" smtClean="0"/>
              <a:t>‹#›</a:t>
            </a:fld>
            <a:endParaRPr lang="en-US"/>
          </a:p>
        </p:txBody>
      </p:sp>
    </p:spTree>
    <p:extLst>
      <p:ext uri="{BB962C8B-B14F-4D97-AF65-F5344CB8AC3E}">
        <p14:creationId xmlns:p14="http://schemas.microsoft.com/office/powerpoint/2010/main" val="569686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8E6DCB-DCB3-9DE9-52B3-6B67E62B2E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FEA7077-06A2-7810-3967-B54D1D6CCC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2665E4-652E-3B41-0D76-2632F42AA4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F256136-A9AA-0544-BD4E-A6AB4C6E9062}" type="datetimeFigureOut">
              <a:rPr lang="en-US" smtClean="0"/>
              <a:t>11/10/25</a:t>
            </a:fld>
            <a:endParaRPr lang="en-US"/>
          </a:p>
        </p:txBody>
      </p:sp>
      <p:sp>
        <p:nvSpPr>
          <p:cNvPr id="5" name="Footer Placeholder 4">
            <a:extLst>
              <a:ext uri="{FF2B5EF4-FFF2-40B4-BE49-F238E27FC236}">
                <a16:creationId xmlns:a16="http://schemas.microsoft.com/office/drawing/2014/main" id="{9D0B790B-21E7-3071-E09A-6A9C4850D7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0F4BC7B-5151-E2A4-3B6C-E327DDD383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6CEEF8-3799-094C-BB88-F62AA27F03C6}" type="slidenum">
              <a:rPr lang="en-US" smtClean="0"/>
              <a:t>‹#›</a:t>
            </a:fld>
            <a:endParaRPr lang="en-US"/>
          </a:p>
        </p:txBody>
      </p:sp>
    </p:spTree>
    <p:extLst>
      <p:ext uri="{BB962C8B-B14F-4D97-AF65-F5344CB8AC3E}">
        <p14:creationId xmlns:p14="http://schemas.microsoft.com/office/powerpoint/2010/main" val="12383725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CE76F-2756-D09A-BFB3-2DCC5F6D5E52}"/>
              </a:ext>
            </a:extLst>
          </p:cNvPr>
          <p:cNvSpPr>
            <a:spLocks noGrp="1"/>
          </p:cNvSpPr>
          <p:nvPr>
            <p:ph type="ctrTitle"/>
          </p:nvPr>
        </p:nvSpPr>
        <p:spPr/>
        <p:txBody>
          <a:bodyPr>
            <a:normAutofit/>
          </a:bodyPr>
          <a:lstStyle/>
          <a:p>
            <a:r>
              <a:rPr kumimoji="0" lang="en-US" sz="6000" b="0" i="0" u="none" strike="noStrike" kern="1200" cap="none" spc="0" normalizeH="0" baseline="0" noProof="0" dirty="0">
                <a:ln>
                  <a:noFill/>
                </a:ln>
                <a:solidFill>
                  <a:prstClr val="black"/>
                </a:solidFill>
                <a:effectLst/>
                <a:uLnTx/>
                <a:uFillTx/>
                <a:latin typeface="Aptos Display" panose="02110004020202020204"/>
                <a:ea typeface="+mj-ea"/>
                <a:cs typeface="+mj-cs"/>
              </a:rPr>
              <a:t>Ship It Safely</a:t>
            </a:r>
            <a:br>
              <a:rPr kumimoji="0" lang="en-US" sz="6000" b="0" i="0" u="none" strike="noStrike" kern="1200" cap="none" spc="0" normalizeH="0" baseline="0" noProof="0" dirty="0">
                <a:ln>
                  <a:noFill/>
                </a:ln>
                <a:solidFill>
                  <a:prstClr val="black"/>
                </a:solidFill>
                <a:effectLst/>
                <a:uLnTx/>
                <a:uFillTx/>
                <a:latin typeface="Aptos Display" panose="02110004020202020204"/>
                <a:ea typeface="+mj-ea"/>
                <a:cs typeface="+mj-cs"/>
              </a:rPr>
            </a:br>
            <a:r>
              <a:rPr kumimoji="0" lang="en-US" sz="3600" b="0" i="0" u="none" strike="noStrike" kern="1200" cap="none" spc="0" normalizeH="0" baseline="0" noProof="0" dirty="0">
                <a:ln>
                  <a:noFill/>
                </a:ln>
                <a:solidFill>
                  <a:prstClr val="black"/>
                </a:solidFill>
                <a:effectLst/>
                <a:uLnTx/>
                <a:uFillTx/>
                <a:latin typeface="Aptos Display" panose="02110004020202020204"/>
                <a:ea typeface="+mj-ea"/>
                <a:cs typeface="+mj-cs"/>
              </a:rPr>
              <a:t>Choosing and Justifying Your LLM Deployment</a:t>
            </a:r>
            <a:endParaRPr lang="en-US" dirty="0"/>
          </a:p>
        </p:txBody>
      </p:sp>
      <p:sp>
        <p:nvSpPr>
          <p:cNvPr id="3" name="Subtitle 2">
            <a:extLst>
              <a:ext uri="{FF2B5EF4-FFF2-40B4-BE49-F238E27FC236}">
                <a16:creationId xmlns:a16="http://schemas.microsoft.com/office/drawing/2014/main" id="{EAB807B2-0229-B880-81E2-1D888F6D94F8}"/>
              </a:ext>
            </a:extLst>
          </p:cNvPr>
          <p:cNvSpPr>
            <a:spLocks noGrp="1"/>
          </p:cNvSpPr>
          <p:nvPr>
            <p:ph type="subTitle" idx="1"/>
          </p:nvPr>
        </p:nvSpPr>
        <p:spPr>
          <a:xfrm>
            <a:off x="1524000" y="3962917"/>
            <a:ext cx="9144000" cy="1655762"/>
          </a:xfrm>
        </p:spPr>
        <p:txBody>
          <a:bodyPr/>
          <a:lstStyle/>
          <a:p>
            <a:r>
              <a:rPr lang="en-US" dirty="0"/>
              <a:t>DSC 360 Building AI-Powered Applications</a:t>
            </a:r>
          </a:p>
          <a:p>
            <a:r>
              <a:rPr lang="en-US" dirty="0"/>
              <a:t>Unit 8: From Prototype to Production</a:t>
            </a:r>
          </a:p>
        </p:txBody>
      </p:sp>
    </p:spTree>
    <p:extLst>
      <p:ext uri="{BB962C8B-B14F-4D97-AF65-F5344CB8AC3E}">
        <p14:creationId xmlns:p14="http://schemas.microsoft.com/office/powerpoint/2010/main" val="2954957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B9890-DCA8-CA70-A7D1-120F5091E7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9731B9-21FE-B4FB-9E86-FCEF0A0E75FE}"/>
              </a:ext>
            </a:extLst>
          </p:cNvPr>
          <p:cNvSpPr>
            <a:spLocks noGrp="1"/>
          </p:cNvSpPr>
          <p:nvPr>
            <p:ph type="title"/>
          </p:nvPr>
        </p:nvSpPr>
        <p:spPr/>
        <p:txBody>
          <a:bodyPr/>
          <a:lstStyle/>
          <a:p>
            <a:r>
              <a:rPr lang="en-US" dirty="0"/>
              <a:t>Announcements</a:t>
            </a:r>
          </a:p>
        </p:txBody>
      </p:sp>
      <p:sp>
        <p:nvSpPr>
          <p:cNvPr id="3" name="Content Placeholder 2">
            <a:extLst>
              <a:ext uri="{FF2B5EF4-FFF2-40B4-BE49-F238E27FC236}">
                <a16:creationId xmlns:a16="http://schemas.microsoft.com/office/drawing/2014/main" id="{783CCFDE-F830-9554-4FEC-0381DFE824E6}"/>
              </a:ext>
            </a:extLst>
          </p:cNvPr>
          <p:cNvSpPr>
            <a:spLocks noGrp="1"/>
          </p:cNvSpPr>
          <p:nvPr>
            <p:ph idx="1"/>
          </p:nvPr>
        </p:nvSpPr>
        <p:spPr/>
        <p:txBody>
          <a:bodyPr/>
          <a:lstStyle/>
          <a:p>
            <a:r>
              <a:rPr lang="en-US" dirty="0"/>
              <a:t>Final Project Proposals</a:t>
            </a:r>
          </a:p>
          <a:p>
            <a:r>
              <a:rPr lang="en-US" dirty="0"/>
              <a:t>Please Plan to Meet with Me ASAP</a:t>
            </a:r>
          </a:p>
          <a:p>
            <a:r>
              <a:rPr lang="en-US" dirty="0"/>
              <a:t>Fallback Options by Wednesday Afternoon</a:t>
            </a:r>
          </a:p>
          <a:p>
            <a:r>
              <a:rPr lang="en-US" dirty="0"/>
              <a:t>Must Have a Clear Plan by Thursday Night</a:t>
            </a:r>
          </a:p>
        </p:txBody>
      </p:sp>
    </p:spTree>
    <p:extLst>
      <p:ext uri="{BB962C8B-B14F-4D97-AF65-F5344CB8AC3E}">
        <p14:creationId xmlns:p14="http://schemas.microsoft.com/office/powerpoint/2010/main" val="3923262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AD0A2-CBFD-29C5-1D8C-5905B7330CE6}"/>
              </a:ext>
            </a:extLst>
          </p:cNvPr>
          <p:cNvSpPr>
            <a:spLocks noGrp="1"/>
          </p:cNvSpPr>
          <p:nvPr>
            <p:ph type="title"/>
          </p:nvPr>
        </p:nvSpPr>
        <p:spPr/>
        <p:txBody>
          <a:bodyPr/>
          <a:lstStyle/>
          <a:p>
            <a:r>
              <a:rPr lang="en-US" dirty="0"/>
              <a:t>Calendar</a:t>
            </a:r>
          </a:p>
        </p:txBody>
      </p:sp>
      <p:sp>
        <p:nvSpPr>
          <p:cNvPr id="3" name="Content Placeholder 2">
            <a:extLst>
              <a:ext uri="{FF2B5EF4-FFF2-40B4-BE49-F238E27FC236}">
                <a16:creationId xmlns:a16="http://schemas.microsoft.com/office/drawing/2014/main" id="{7B649E5E-03A2-01DB-25BD-C3CF6BF0090D}"/>
              </a:ext>
            </a:extLst>
          </p:cNvPr>
          <p:cNvSpPr>
            <a:spLocks noGrp="1"/>
          </p:cNvSpPr>
          <p:nvPr>
            <p:ph idx="1"/>
          </p:nvPr>
        </p:nvSpPr>
        <p:spPr/>
        <p:txBody>
          <a:bodyPr/>
          <a:lstStyle/>
          <a:p>
            <a:r>
              <a:rPr lang="en-US" dirty="0"/>
              <a:t>Wednesday</a:t>
            </a:r>
          </a:p>
          <a:p>
            <a:pPr lvl="1"/>
            <a:r>
              <a:rPr lang="en-US" dirty="0"/>
              <a:t>Practical Test 2</a:t>
            </a:r>
          </a:p>
          <a:p>
            <a:r>
              <a:rPr lang="en-US" dirty="0"/>
              <a:t>Friday</a:t>
            </a:r>
          </a:p>
          <a:p>
            <a:pPr lvl="1"/>
            <a:r>
              <a:rPr lang="en-US" dirty="0"/>
              <a:t>Quiz over Unit 8</a:t>
            </a:r>
          </a:p>
          <a:p>
            <a:pPr lvl="1"/>
            <a:r>
              <a:rPr lang="en-US" dirty="0"/>
              <a:t>Start Final Project </a:t>
            </a:r>
          </a:p>
          <a:p>
            <a:r>
              <a:rPr lang="en-US" dirty="0"/>
              <a:t>Monday</a:t>
            </a:r>
          </a:p>
          <a:p>
            <a:pPr lvl="1"/>
            <a:r>
              <a:rPr lang="en-US" dirty="0"/>
              <a:t>Course Conclusion</a:t>
            </a:r>
          </a:p>
          <a:p>
            <a:r>
              <a:rPr lang="en-US" dirty="0"/>
              <a:t>Wednesday</a:t>
            </a:r>
          </a:p>
          <a:p>
            <a:pPr lvl="1"/>
            <a:r>
              <a:rPr lang="en-US" dirty="0"/>
              <a:t>Paper Test 2</a:t>
            </a:r>
          </a:p>
        </p:txBody>
      </p:sp>
    </p:spTree>
    <p:extLst>
      <p:ext uri="{BB962C8B-B14F-4D97-AF65-F5344CB8AC3E}">
        <p14:creationId xmlns:p14="http://schemas.microsoft.com/office/powerpoint/2010/main" val="1840952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40BB0-8077-F62A-DDEA-04DB8247CD21}"/>
              </a:ext>
            </a:extLst>
          </p:cNvPr>
          <p:cNvSpPr>
            <a:spLocks noGrp="1"/>
          </p:cNvSpPr>
          <p:nvPr>
            <p:ph type="title"/>
          </p:nvPr>
        </p:nvSpPr>
        <p:spPr/>
        <p:txBody>
          <a:bodyPr/>
          <a:lstStyle/>
          <a:p>
            <a:r>
              <a:rPr lang="en-US" dirty="0"/>
              <a:t>The Plan</a:t>
            </a:r>
          </a:p>
        </p:txBody>
      </p:sp>
      <p:sp>
        <p:nvSpPr>
          <p:cNvPr id="3" name="Content Placeholder 2">
            <a:extLst>
              <a:ext uri="{FF2B5EF4-FFF2-40B4-BE49-F238E27FC236}">
                <a16:creationId xmlns:a16="http://schemas.microsoft.com/office/drawing/2014/main" id="{CEC9B470-2149-4600-F44C-DC8C9662AC32}"/>
              </a:ext>
            </a:extLst>
          </p:cNvPr>
          <p:cNvSpPr>
            <a:spLocks noGrp="1"/>
          </p:cNvSpPr>
          <p:nvPr>
            <p:ph idx="1"/>
          </p:nvPr>
        </p:nvSpPr>
        <p:spPr/>
        <p:txBody>
          <a:bodyPr/>
          <a:lstStyle/>
          <a:p>
            <a:r>
              <a:rPr lang="en-US" dirty="0"/>
              <a:t>What changes from prototype → </a:t>
            </a:r>
            <a:r>
              <a:rPr lang="en-US" b="1" dirty="0">
                <a:solidFill>
                  <a:srgbClr val="C00000"/>
                </a:solidFill>
              </a:rPr>
              <a:t>production</a:t>
            </a:r>
          </a:p>
          <a:p>
            <a:r>
              <a:rPr lang="en-US" dirty="0"/>
              <a:t>Hosting choices: local, managed, hybrid</a:t>
            </a:r>
          </a:p>
          <a:p>
            <a:r>
              <a:rPr lang="en-US" dirty="0"/>
              <a:t>Safety first: moderation gate and data handling</a:t>
            </a:r>
          </a:p>
          <a:p>
            <a:r>
              <a:rPr lang="en-US" dirty="0"/>
              <a:t>Performance/cost: latency, throughput, budgets</a:t>
            </a:r>
          </a:p>
          <a:p>
            <a:r>
              <a:rPr lang="en-US" dirty="0"/>
              <a:t>Reliability/change: outages, rate limits, provider swaps</a:t>
            </a:r>
          </a:p>
          <a:p>
            <a:r>
              <a:rPr lang="en-US" dirty="0"/>
              <a:t>Mini case: pick a deployment and defend it</a:t>
            </a:r>
          </a:p>
          <a:p>
            <a:endParaRPr lang="en-US" dirty="0"/>
          </a:p>
        </p:txBody>
      </p:sp>
    </p:spTree>
    <p:extLst>
      <p:ext uri="{BB962C8B-B14F-4D97-AF65-F5344CB8AC3E}">
        <p14:creationId xmlns:p14="http://schemas.microsoft.com/office/powerpoint/2010/main" val="1330142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B0567-DF79-130D-A373-53A2D92E1D98}"/>
              </a:ext>
            </a:extLst>
          </p:cNvPr>
          <p:cNvSpPr>
            <a:spLocks noGrp="1"/>
          </p:cNvSpPr>
          <p:nvPr>
            <p:ph type="title"/>
          </p:nvPr>
        </p:nvSpPr>
        <p:spPr/>
        <p:txBody>
          <a:bodyPr/>
          <a:lstStyle/>
          <a:p>
            <a:r>
              <a:rPr lang="en-US" dirty="0"/>
              <a:t>Framing the Goal</a:t>
            </a:r>
          </a:p>
        </p:txBody>
      </p:sp>
      <p:sp>
        <p:nvSpPr>
          <p:cNvPr id="3" name="Text Placeholder 2">
            <a:extLst>
              <a:ext uri="{FF2B5EF4-FFF2-40B4-BE49-F238E27FC236}">
                <a16:creationId xmlns:a16="http://schemas.microsoft.com/office/drawing/2014/main" id="{5DD30DD1-AABD-6FEB-412F-03F85BE03DD0}"/>
              </a:ext>
            </a:extLst>
          </p:cNvPr>
          <p:cNvSpPr>
            <a:spLocks noGrp="1"/>
          </p:cNvSpPr>
          <p:nvPr>
            <p:ph type="body" idx="1"/>
          </p:nvPr>
        </p:nvSpPr>
        <p:spPr/>
        <p:txBody>
          <a:bodyPr/>
          <a:lstStyle/>
          <a:p>
            <a:r>
              <a:rPr lang="en-US" dirty="0"/>
              <a:t>From Demo to Dependable</a:t>
            </a:r>
          </a:p>
        </p:txBody>
      </p:sp>
    </p:spTree>
    <p:extLst>
      <p:ext uri="{BB962C8B-B14F-4D97-AF65-F5344CB8AC3E}">
        <p14:creationId xmlns:p14="http://schemas.microsoft.com/office/powerpoint/2010/main" val="153571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649FB-49C3-5CBF-F52A-96EFD1900D86}"/>
              </a:ext>
            </a:extLst>
          </p:cNvPr>
          <p:cNvSpPr>
            <a:spLocks noGrp="1"/>
          </p:cNvSpPr>
          <p:nvPr>
            <p:ph type="title"/>
          </p:nvPr>
        </p:nvSpPr>
        <p:spPr/>
        <p:txBody>
          <a:bodyPr/>
          <a:lstStyle/>
          <a:p>
            <a:r>
              <a:rPr lang="en-US" dirty="0"/>
              <a:t>“Measure Twice, Cut Once”</a:t>
            </a:r>
          </a:p>
        </p:txBody>
      </p:sp>
      <p:sp>
        <p:nvSpPr>
          <p:cNvPr id="3" name="Content Placeholder 2">
            <a:extLst>
              <a:ext uri="{FF2B5EF4-FFF2-40B4-BE49-F238E27FC236}">
                <a16:creationId xmlns:a16="http://schemas.microsoft.com/office/drawing/2014/main" id="{BB55D5F5-196D-7066-80A6-14C205168A4D}"/>
              </a:ext>
            </a:extLst>
          </p:cNvPr>
          <p:cNvSpPr>
            <a:spLocks noGrp="1"/>
          </p:cNvSpPr>
          <p:nvPr>
            <p:ph idx="1"/>
          </p:nvPr>
        </p:nvSpPr>
        <p:spPr/>
        <p:txBody>
          <a:bodyPr/>
          <a:lstStyle/>
          <a:p>
            <a:r>
              <a:rPr lang="en-US" b="1" dirty="0"/>
              <a:t>What</a:t>
            </a:r>
            <a:r>
              <a:rPr lang="en-US" dirty="0"/>
              <a:t> are you building?</a:t>
            </a:r>
          </a:p>
          <a:p>
            <a:r>
              <a:rPr lang="en-US" b="1" dirty="0"/>
              <a:t>Who</a:t>
            </a:r>
            <a:r>
              <a:rPr lang="en-US" dirty="0"/>
              <a:t> is it for?</a:t>
            </a:r>
          </a:p>
          <a:p>
            <a:r>
              <a:rPr lang="en-US" b="1" dirty="0"/>
              <a:t>Where</a:t>
            </a:r>
            <a:r>
              <a:rPr lang="en-US" dirty="0"/>
              <a:t> will it run (now vs. soon)?</a:t>
            </a:r>
          </a:p>
          <a:p>
            <a:r>
              <a:rPr lang="en-US" dirty="0"/>
              <a:t>How big is “</a:t>
            </a:r>
            <a:r>
              <a:rPr lang="en-US" b="1" dirty="0"/>
              <a:t>scale</a:t>
            </a:r>
            <a:r>
              <a:rPr lang="en-US" dirty="0"/>
              <a:t>” (users × requests/min)?</a:t>
            </a:r>
          </a:p>
          <a:p>
            <a:r>
              <a:rPr lang="en-US" dirty="0"/>
              <a:t>What </a:t>
            </a:r>
            <a:r>
              <a:rPr lang="en-US" b="1" dirty="0"/>
              <a:t>constraints</a:t>
            </a:r>
            <a:r>
              <a:rPr lang="en-US" dirty="0"/>
              <a:t> matter (budget, privacy, deadline)?</a:t>
            </a:r>
          </a:p>
          <a:p>
            <a:r>
              <a:rPr lang="en-US" dirty="0"/>
              <a:t>What does “done” look like (</a:t>
            </a:r>
            <a:r>
              <a:rPr lang="en-US" b="1" dirty="0"/>
              <a:t>measurable outcome</a:t>
            </a:r>
            <a:r>
              <a:rPr lang="en-US" dirty="0"/>
              <a:t>)?</a:t>
            </a:r>
          </a:p>
          <a:p>
            <a:endParaRPr lang="en-US" dirty="0"/>
          </a:p>
        </p:txBody>
      </p:sp>
    </p:spTree>
    <p:extLst>
      <p:ext uri="{BB962C8B-B14F-4D97-AF65-F5344CB8AC3E}">
        <p14:creationId xmlns:p14="http://schemas.microsoft.com/office/powerpoint/2010/main" val="1921002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D40BD-2FFF-888F-AB7D-4E866B86E945}"/>
              </a:ext>
            </a:extLst>
          </p:cNvPr>
          <p:cNvSpPr>
            <a:spLocks noGrp="1"/>
          </p:cNvSpPr>
          <p:nvPr>
            <p:ph type="title"/>
          </p:nvPr>
        </p:nvSpPr>
        <p:spPr/>
        <p:txBody>
          <a:bodyPr/>
          <a:lstStyle/>
          <a:p>
            <a:r>
              <a:rPr lang="en-US" dirty="0"/>
              <a:t>The Deployment Menu</a:t>
            </a:r>
          </a:p>
        </p:txBody>
      </p:sp>
      <p:sp>
        <p:nvSpPr>
          <p:cNvPr id="3" name="Text Placeholder 2">
            <a:extLst>
              <a:ext uri="{FF2B5EF4-FFF2-40B4-BE49-F238E27FC236}">
                <a16:creationId xmlns:a16="http://schemas.microsoft.com/office/drawing/2014/main" id="{3E6EAA2A-F62A-D45F-CB3C-205EC8013E38}"/>
              </a:ext>
            </a:extLst>
          </p:cNvPr>
          <p:cNvSpPr>
            <a:spLocks noGrp="1"/>
          </p:cNvSpPr>
          <p:nvPr>
            <p:ph type="body" idx="1"/>
          </p:nvPr>
        </p:nvSpPr>
        <p:spPr/>
        <p:txBody>
          <a:bodyPr/>
          <a:lstStyle/>
          <a:p>
            <a:r>
              <a:rPr lang="en-US" dirty="0"/>
              <a:t>Local vs. Managed vs. Hybrid</a:t>
            </a:r>
          </a:p>
          <a:p>
            <a:r>
              <a:rPr lang="en-US" dirty="0"/>
              <a:t>Not just “cloud vs. open source”</a:t>
            </a:r>
          </a:p>
        </p:txBody>
      </p:sp>
    </p:spTree>
    <p:extLst>
      <p:ext uri="{BB962C8B-B14F-4D97-AF65-F5344CB8AC3E}">
        <p14:creationId xmlns:p14="http://schemas.microsoft.com/office/powerpoint/2010/main" val="3773066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0D690-620E-6F2A-B72D-ED96790DA9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027A3A-F959-64DB-52F5-4410ED642DB4}"/>
              </a:ext>
            </a:extLst>
          </p:cNvPr>
          <p:cNvSpPr>
            <a:spLocks noGrp="1"/>
          </p:cNvSpPr>
          <p:nvPr>
            <p:ph type="title"/>
          </p:nvPr>
        </p:nvSpPr>
        <p:spPr/>
        <p:txBody>
          <a:bodyPr/>
          <a:lstStyle/>
          <a:p>
            <a:r>
              <a:rPr lang="en-US" dirty="0"/>
              <a:t>Local (self-hosted)</a:t>
            </a:r>
          </a:p>
        </p:txBody>
      </p:sp>
      <p:sp>
        <p:nvSpPr>
          <p:cNvPr id="3" name="Content Placeholder 2">
            <a:extLst>
              <a:ext uri="{FF2B5EF4-FFF2-40B4-BE49-F238E27FC236}">
                <a16:creationId xmlns:a16="http://schemas.microsoft.com/office/drawing/2014/main" id="{F4C15D71-1195-4767-64DC-114D42597189}"/>
              </a:ext>
            </a:extLst>
          </p:cNvPr>
          <p:cNvSpPr>
            <a:spLocks noGrp="1"/>
          </p:cNvSpPr>
          <p:nvPr>
            <p:ph idx="1"/>
          </p:nvPr>
        </p:nvSpPr>
        <p:spPr/>
        <p:txBody>
          <a:bodyPr/>
          <a:lstStyle/>
          <a:p>
            <a:r>
              <a:rPr lang="en-US" b="1" dirty="0"/>
              <a:t>Runs on your machine/server</a:t>
            </a:r>
          </a:p>
          <a:p>
            <a:r>
              <a:rPr lang="en-US" b="1" dirty="0"/>
              <a:t>Pros:</a:t>
            </a:r>
            <a:r>
              <a:rPr lang="en-US" dirty="0"/>
              <a:t> control, privacy, predictable $</a:t>
            </a:r>
          </a:p>
          <a:p>
            <a:r>
              <a:rPr lang="en-US" b="1" dirty="0"/>
              <a:t>Cons:</a:t>
            </a:r>
            <a:r>
              <a:rPr lang="en-US" dirty="0"/>
              <a:t> setup/ops burden, hard to scale</a:t>
            </a:r>
          </a:p>
          <a:p>
            <a:r>
              <a:rPr lang="en-US" b="1" dirty="0"/>
              <a:t>Best for:</a:t>
            </a:r>
            <a:r>
              <a:rPr lang="en-US" dirty="0"/>
              <a:t> solo/team tools, offline</a:t>
            </a:r>
          </a:p>
          <a:p>
            <a:endParaRPr lang="en-US" dirty="0"/>
          </a:p>
        </p:txBody>
      </p:sp>
    </p:spTree>
    <p:extLst>
      <p:ext uri="{BB962C8B-B14F-4D97-AF65-F5344CB8AC3E}">
        <p14:creationId xmlns:p14="http://schemas.microsoft.com/office/powerpoint/2010/main" val="922611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37473-A77F-20BA-C205-C2C7469DB91F}"/>
              </a:ext>
            </a:extLst>
          </p:cNvPr>
          <p:cNvSpPr>
            <a:spLocks noGrp="1"/>
          </p:cNvSpPr>
          <p:nvPr>
            <p:ph type="title"/>
          </p:nvPr>
        </p:nvSpPr>
        <p:spPr/>
        <p:txBody>
          <a:bodyPr/>
          <a:lstStyle/>
          <a:p>
            <a:r>
              <a:rPr lang="en-US" dirty="0"/>
              <a:t>Managed (hosted)</a:t>
            </a:r>
          </a:p>
        </p:txBody>
      </p:sp>
      <p:sp>
        <p:nvSpPr>
          <p:cNvPr id="3" name="Content Placeholder 2">
            <a:extLst>
              <a:ext uri="{FF2B5EF4-FFF2-40B4-BE49-F238E27FC236}">
                <a16:creationId xmlns:a16="http://schemas.microsoft.com/office/drawing/2014/main" id="{08888540-2FD9-F5C0-6FA0-9203D9910F3C}"/>
              </a:ext>
            </a:extLst>
          </p:cNvPr>
          <p:cNvSpPr>
            <a:spLocks noGrp="1"/>
          </p:cNvSpPr>
          <p:nvPr>
            <p:ph idx="1"/>
          </p:nvPr>
        </p:nvSpPr>
        <p:spPr/>
        <p:txBody>
          <a:bodyPr/>
          <a:lstStyle/>
          <a:p>
            <a:r>
              <a:rPr lang="en-US" b="1" dirty="0"/>
              <a:t>Provider runs the model for you</a:t>
            </a:r>
          </a:p>
          <a:p>
            <a:r>
              <a:rPr lang="en-US" b="1" dirty="0"/>
              <a:t>Pros:</a:t>
            </a:r>
            <a:r>
              <a:rPr lang="en-US" dirty="0"/>
              <a:t> fast to ship, scales, high uptime</a:t>
            </a:r>
          </a:p>
          <a:p>
            <a:r>
              <a:rPr lang="en-US" b="1" dirty="0"/>
              <a:t>Cons:</a:t>
            </a:r>
            <a:r>
              <a:rPr lang="en-US" dirty="0"/>
              <a:t> token $, rate limits, data policies</a:t>
            </a:r>
          </a:p>
          <a:p>
            <a:r>
              <a:rPr lang="en-US" b="1" dirty="0"/>
              <a:t>Best for:</a:t>
            </a:r>
            <a:r>
              <a:rPr lang="en-US" dirty="0"/>
              <a:t> public apps, spiky demand</a:t>
            </a:r>
          </a:p>
          <a:p>
            <a:endParaRPr lang="en-US" dirty="0"/>
          </a:p>
        </p:txBody>
      </p:sp>
    </p:spTree>
    <p:extLst>
      <p:ext uri="{BB962C8B-B14F-4D97-AF65-F5344CB8AC3E}">
        <p14:creationId xmlns:p14="http://schemas.microsoft.com/office/powerpoint/2010/main" val="3075509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38E1C-A55E-E5C2-3514-3B2D8EB783A4}"/>
              </a:ext>
            </a:extLst>
          </p:cNvPr>
          <p:cNvSpPr>
            <a:spLocks noGrp="1"/>
          </p:cNvSpPr>
          <p:nvPr>
            <p:ph type="title"/>
          </p:nvPr>
        </p:nvSpPr>
        <p:spPr/>
        <p:txBody>
          <a:bodyPr/>
          <a:lstStyle/>
          <a:p>
            <a:r>
              <a:rPr lang="en-US" dirty="0"/>
              <a:t>Hybrid (mix) + Not a binary</a:t>
            </a:r>
          </a:p>
        </p:txBody>
      </p:sp>
      <p:sp>
        <p:nvSpPr>
          <p:cNvPr id="3" name="Content Placeholder 2">
            <a:extLst>
              <a:ext uri="{FF2B5EF4-FFF2-40B4-BE49-F238E27FC236}">
                <a16:creationId xmlns:a16="http://schemas.microsoft.com/office/drawing/2014/main" id="{8D8AF628-2748-99E8-4308-F77C29FFB2FB}"/>
              </a:ext>
            </a:extLst>
          </p:cNvPr>
          <p:cNvSpPr>
            <a:spLocks noGrp="1"/>
          </p:cNvSpPr>
          <p:nvPr>
            <p:ph idx="1"/>
          </p:nvPr>
        </p:nvSpPr>
        <p:spPr/>
        <p:txBody>
          <a:bodyPr/>
          <a:lstStyle/>
          <a:p>
            <a:r>
              <a:rPr lang="en-US" b="1" dirty="0"/>
              <a:t>Combine local pre/post with hosted model</a:t>
            </a:r>
          </a:p>
          <a:p>
            <a:r>
              <a:rPr lang="en-US" dirty="0"/>
              <a:t>Open weight models can be </a:t>
            </a:r>
            <a:r>
              <a:rPr lang="en-US" b="1" dirty="0"/>
              <a:t>hosted</a:t>
            </a:r>
            <a:r>
              <a:rPr lang="en-US" dirty="0"/>
              <a:t> too (Hugging Face, Ollama)</a:t>
            </a:r>
          </a:p>
          <a:p>
            <a:r>
              <a:rPr lang="en-US" dirty="0"/>
              <a:t>Keep sensitive data local; send redacted</a:t>
            </a:r>
          </a:p>
          <a:p>
            <a:r>
              <a:rPr lang="en-US" dirty="0"/>
              <a:t>Best when privacy + scale both matter</a:t>
            </a:r>
          </a:p>
          <a:p>
            <a:endParaRPr lang="en-US" dirty="0"/>
          </a:p>
        </p:txBody>
      </p:sp>
    </p:spTree>
    <p:extLst>
      <p:ext uri="{BB962C8B-B14F-4D97-AF65-F5344CB8AC3E}">
        <p14:creationId xmlns:p14="http://schemas.microsoft.com/office/powerpoint/2010/main" val="3239979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9C687-82BA-9C58-0844-434EBDB08B61}"/>
              </a:ext>
            </a:extLst>
          </p:cNvPr>
          <p:cNvSpPr>
            <a:spLocks noGrp="1"/>
          </p:cNvSpPr>
          <p:nvPr>
            <p:ph type="title"/>
          </p:nvPr>
        </p:nvSpPr>
        <p:spPr/>
        <p:txBody>
          <a:bodyPr/>
          <a:lstStyle/>
          <a:p>
            <a:r>
              <a:rPr lang="en-US" dirty="0"/>
              <a:t>Endpoints in Plain English</a:t>
            </a:r>
          </a:p>
        </p:txBody>
      </p:sp>
      <p:sp>
        <p:nvSpPr>
          <p:cNvPr id="3" name="Text Placeholder 2">
            <a:extLst>
              <a:ext uri="{FF2B5EF4-FFF2-40B4-BE49-F238E27FC236}">
                <a16:creationId xmlns:a16="http://schemas.microsoft.com/office/drawing/2014/main" id="{E780923B-E314-85E8-93FA-A4F365B9506D}"/>
              </a:ext>
            </a:extLst>
          </p:cNvPr>
          <p:cNvSpPr>
            <a:spLocks noGrp="1"/>
          </p:cNvSpPr>
          <p:nvPr>
            <p:ph type="body" idx="1"/>
          </p:nvPr>
        </p:nvSpPr>
        <p:spPr/>
        <p:txBody>
          <a:bodyPr/>
          <a:lstStyle/>
          <a:p>
            <a:r>
              <a:rPr lang="en-US" dirty="0"/>
              <a:t>Same App, Different Door: How Swaps Work</a:t>
            </a:r>
          </a:p>
        </p:txBody>
      </p:sp>
    </p:spTree>
    <p:extLst>
      <p:ext uri="{BB962C8B-B14F-4D97-AF65-F5344CB8AC3E}">
        <p14:creationId xmlns:p14="http://schemas.microsoft.com/office/powerpoint/2010/main" val="3786064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2A8F9-38EA-7F91-F64E-2EB3E6BFBF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24B21B-A9A5-C274-6827-281D15073474}"/>
              </a:ext>
            </a:extLst>
          </p:cNvPr>
          <p:cNvSpPr>
            <a:spLocks noGrp="1"/>
          </p:cNvSpPr>
          <p:nvPr>
            <p:ph type="title"/>
          </p:nvPr>
        </p:nvSpPr>
        <p:spPr/>
        <p:txBody>
          <a:bodyPr/>
          <a:lstStyle/>
          <a:p>
            <a:r>
              <a:rPr lang="en-US" dirty="0"/>
              <a:t>Endpoints in Plain English</a:t>
            </a:r>
          </a:p>
        </p:txBody>
      </p:sp>
      <p:sp>
        <p:nvSpPr>
          <p:cNvPr id="3" name="Content Placeholder 2">
            <a:extLst>
              <a:ext uri="{FF2B5EF4-FFF2-40B4-BE49-F238E27FC236}">
                <a16:creationId xmlns:a16="http://schemas.microsoft.com/office/drawing/2014/main" id="{9D3D58C2-B367-2A99-424E-1A3F5EF9CB14}"/>
              </a:ext>
            </a:extLst>
          </p:cNvPr>
          <p:cNvSpPr>
            <a:spLocks noGrp="1"/>
          </p:cNvSpPr>
          <p:nvPr>
            <p:ph idx="1"/>
          </p:nvPr>
        </p:nvSpPr>
        <p:spPr/>
        <p:txBody>
          <a:bodyPr/>
          <a:lstStyle/>
          <a:p>
            <a:r>
              <a:rPr lang="en-US" b="1" dirty="0">
                <a:solidFill>
                  <a:srgbClr val="C00000"/>
                </a:solidFill>
              </a:rPr>
              <a:t>Endpoint:</a:t>
            </a:r>
            <a:r>
              <a:rPr lang="en-US" dirty="0"/>
              <a:t> a URL for one job</a:t>
            </a:r>
          </a:p>
          <a:p>
            <a:r>
              <a:rPr lang="en-US" dirty="0"/>
              <a:t>Your app sends a request; endpoint sends back a result</a:t>
            </a:r>
          </a:p>
          <a:p>
            <a:r>
              <a:rPr lang="en-US" dirty="0"/>
              <a:t>Examples: /chat, /embeddings, /moderations</a:t>
            </a:r>
          </a:p>
          <a:p>
            <a:r>
              <a:rPr lang="en-US" dirty="0"/>
              <a:t>Think “doors” labeled by function</a:t>
            </a:r>
          </a:p>
          <a:p>
            <a:endParaRPr lang="en-US" dirty="0"/>
          </a:p>
        </p:txBody>
      </p:sp>
    </p:spTree>
    <p:extLst>
      <p:ext uri="{BB962C8B-B14F-4D97-AF65-F5344CB8AC3E}">
        <p14:creationId xmlns:p14="http://schemas.microsoft.com/office/powerpoint/2010/main" val="1302055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4DEF6-A4CD-4A29-B044-784A714DD2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03217-C636-CE29-C0B1-1F596DEEFA8F}"/>
              </a:ext>
            </a:extLst>
          </p:cNvPr>
          <p:cNvSpPr>
            <a:spLocks noGrp="1"/>
          </p:cNvSpPr>
          <p:nvPr>
            <p:ph type="title"/>
          </p:nvPr>
        </p:nvSpPr>
        <p:spPr/>
        <p:txBody>
          <a:bodyPr/>
          <a:lstStyle/>
          <a:p>
            <a:r>
              <a:rPr lang="en-US" dirty="0"/>
              <a:t>Same App, Different Door</a:t>
            </a:r>
          </a:p>
        </p:txBody>
      </p:sp>
      <p:sp>
        <p:nvSpPr>
          <p:cNvPr id="3" name="Content Placeholder 2">
            <a:extLst>
              <a:ext uri="{FF2B5EF4-FFF2-40B4-BE49-F238E27FC236}">
                <a16:creationId xmlns:a16="http://schemas.microsoft.com/office/drawing/2014/main" id="{F3FF2C3D-A7CE-F006-40B4-29E67C06667B}"/>
              </a:ext>
            </a:extLst>
          </p:cNvPr>
          <p:cNvSpPr>
            <a:spLocks noGrp="1"/>
          </p:cNvSpPr>
          <p:nvPr>
            <p:ph idx="1"/>
          </p:nvPr>
        </p:nvSpPr>
        <p:spPr/>
        <p:txBody>
          <a:bodyPr/>
          <a:lstStyle/>
          <a:p>
            <a:r>
              <a:rPr lang="en-US" dirty="0"/>
              <a:t>What changes: base URL, model name, auth key</a:t>
            </a:r>
          </a:p>
          <a:p>
            <a:r>
              <a:rPr lang="en-US" dirty="0"/>
              <a:t>Maybe: a few parameter names, limits, formats</a:t>
            </a:r>
          </a:p>
          <a:p>
            <a:r>
              <a:rPr lang="en-US" dirty="0"/>
              <a:t>What stays: your messages, prompts, logic</a:t>
            </a:r>
          </a:p>
          <a:p>
            <a:r>
              <a:rPr lang="en-US" dirty="0"/>
              <a:t>Always keep the moderation door in front</a:t>
            </a:r>
          </a:p>
        </p:txBody>
      </p:sp>
    </p:spTree>
    <p:extLst>
      <p:ext uri="{BB962C8B-B14F-4D97-AF65-F5344CB8AC3E}">
        <p14:creationId xmlns:p14="http://schemas.microsoft.com/office/powerpoint/2010/main" val="2999479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11E33-4DB3-78C0-8C4B-919D82A72C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A9DD19-0AF2-D6AE-49CF-510583CD53CF}"/>
              </a:ext>
            </a:extLst>
          </p:cNvPr>
          <p:cNvSpPr>
            <a:spLocks noGrp="1"/>
          </p:cNvSpPr>
          <p:nvPr>
            <p:ph type="title"/>
          </p:nvPr>
        </p:nvSpPr>
        <p:spPr/>
        <p:txBody>
          <a:bodyPr/>
          <a:lstStyle/>
          <a:p>
            <a:r>
              <a:rPr lang="en-US" dirty="0"/>
              <a:t>How Swaps Work</a:t>
            </a:r>
          </a:p>
        </p:txBody>
      </p:sp>
      <p:sp>
        <p:nvSpPr>
          <p:cNvPr id="3" name="Content Placeholder 2">
            <a:extLst>
              <a:ext uri="{FF2B5EF4-FFF2-40B4-BE49-F238E27FC236}">
                <a16:creationId xmlns:a16="http://schemas.microsoft.com/office/drawing/2014/main" id="{B43FDAEA-9C09-825B-18C6-8683B2F1915F}"/>
              </a:ext>
            </a:extLst>
          </p:cNvPr>
          <p:cNvSpPr>
            <a:spLocks noGrp="1"/>
          </p:cNvSpPr>
          <p:nvPr>
            <p:ph idx="1"/>
          </p:nvPr>
        </p:nvSpPr>
        <p:spPr/>
        <p:txBody>
          <a:bodyPr/>
          <a:lstStyle/>
          <a:p>
            <a:r>
              <a:rPr lang="en-US" dirty="0"/>
              <a:t>Add a tiny </a:t>
            </a:r>
            <a:r>
              <a:rPr lang="en-US" b="1" dirty="0">
                <a:solidFill>
                  <a:srgbClr val="C00000"/>
                </a:solidFill>
              </a:rPr>
              <a:t>adapter</a:t>
            </a:r>
            <a:r>
              <a:rPr lang="en-US" dirty="0"/>
              <a:t>: </a:t>
            </a:r>
            <a:r>
              <a:rPr lang="en-US" dirty="0" err="1"/>
              <a:t>Chat.send</a:t>
            </a:r>
            <a:r>
              <a:rPr lang="en-US" dirty="0"/>
              <a:t>(messages)</a:t>
            </a:r>
          </a:p>
          <a:p>
            <a:r>
              <a:rPr lang="en-US" dirty="0"/>
              <a:t>Adapter picks provider + maps options</a:t>
            </a:r>
          </a:p>
          <a:p>
            <a:r>
              <a:rPr lang="en-US" dirty="0"/>
              <a:t>Health check → </a:t>
            </a:r>
            <a:r>
              <a:rPr lang="en-US" b="1" dirty="0">
                <a:solidFill>
                  <a:srgbClr val="C00000"/>
                </a:solidFill>
              </a:rPr>
              <a:t>canary</a:t>
            </a:r>
            <a:r>
              <a:rPr lang="en-US" dirty="0"/>
              <a:t> → </a:t>
            </a:r>
            <a:r>
              <a:rPr lang="en-US" b="1" dirty="0"/>
              <a:t>rollback</a:t>
            </a:r>
            <a:r>
              <a:rPr lang="en-US" dirty="0"/>
              <a:t> switch</a:t>
            </a:r>
          </a:p>
          <a:p>
            <a:pPr lvl="1"/>
            <a:r>
              <a:rPr lang="en-US" sz="1800" dirty="0"/>
              <a:t>See next slide</a:t>
            </a:r>
          </a:p>
          <a:p>
            <a:r>
              <a:rPr lang="en-US" dirty="0"/>
              <a:t>Log (PII-safe) so swaps are </a:t>
            </a:r>
            <a:r>
              <a:rPr lang="en-US" dirty="0" err="1"/>
              <a:t>debuggable</a:t>
            </a:r>
            <a:endParaRPr lang="en-US" dirty="0"/>
          </a:p>
          <a:p>
            <a:pPr marL="457200" lvl="1" indent="0">
              <a:buNone/>
            </a:pPr>
            <a:r>
              <a:rPr lang="en-US" sz="1800" dirty="0"/>
              <a:t>PII = Personally Identifiable Information</a:t>
            </a:r>
          </a:p>
        </p:txBody>
      </p:sp>
    </p:spTree>
    <p:extLst>
      <p:ext uri="{BB962C8B-B14F-4D97-AF65-F5344CB8AC3E}">
        <p14:creationId xmlns:p14="http://schemas.microsoft.com/office/powerpoint/2010/main" val="2071007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FD865-9F91-CD1A-FBC5-0F8CDC125CD7}"/>
              </a:ext>
            </a:extLst>
          </p:cNvPr>
          <p:cNvSpPr>
            <a:spLocks noGrp="1"/>
          </p:cNvSpPr>
          <p:nvPr>
            <p:ph type="title"/>
          </p:nvPr>
        </p:nvSpPr>
        <p:spPr/>
        <p:txBody>
          <a:bodyPr/>
          <a:lstStyle/>
          <a:p>
            <a:r>
              <a:rPr lang="en-US" dirty="0"/>
              <a:t>Canary</a:t>
            </a:r>
          </a:p>
        </p:txBody>
      </p:sp>
      <p:sp>
        <p:nvSpPr>
          <p:cNvPr id="3" name="Content Placeholder 2">
            <a:extLst>
              <a:ext uri="{FF2B5EF4-FFF2-40B4-BE49-F238E27FC236}">
                <a16:creationId xmlns:a16="http://schemas.microsoft.com/office/drawing/2014/main" id="{DF5A7C86-624C-E132-F0F3-1995AB3281A0}"/>
              </a:ext>
            </a:extLst>
          </p:cNvPr>
          <p:cNvSpPr>
            <a:spLocks noGrp="1"/>
          </p:cNvSpPr>
          <p:nvPr>
            <p:ph idx="1"/>
          </p:nvPr>
        </p:nvSpPr>
        <p:spPr/>
        <p:txBody>
          <a:bodyPr/>
          <a:lstStyle/>
          <a:p>
            <a:r>
              <a:rPr lang="en-US" dirty="0"/>
              <a:t>Roll out a new version to a </a:t>
            </a:r>
            <a:r>
              <a:rPr lang="en-US" b="1" dirty="0"/>
              <a:t>small % of traffic</a:t>
            </a:r>
            <a:r>
              <a:rPr lang="en-US" dirty="0"/>
              <a:t> first</a:t>
            </a:r>
          </a:p>
          <a:p>
            <a:r>
              <a:rPr lang="en-US" b="1" dirty="0"/>
              <a:t>Compare metrics</a:t>
            </a:r>
            <a:r>
              <a:rPr lang="en-US" dirty="0"/>
              <a:t> vs. the current version (errors, flags, latency)</a:t>
            </a:r>
          </a:p>
          <a:p>
            <a:r>
              <a:rPr lang="en-US" b="1" dirty="0"/>
              <a:t>Auto-rollback</a:t>
            </a:r>
            <a:r>
              <a:rPr lang="en-US" dirty="0"/>
              <a:t> if thresholds are breached</a:t>
            </a:r>
          </a:p>
          <a:p>
            <a:r>
              <a:rPr lang="en-US" b="1" dirty="0"/>
              <a:t>Gradually increase</a:t>
            </a:r>
            <a:r>
              <a:rPr lang="en-US" dirty="0"/>
              <a:t> traffic if healthy</a:t>
            </a:r>
          </a:p>
          <a:p>
            <a:endParaRPr lang="en-US" dirty="0"/>
          </a:p>
        </p:txBody>
      </p:sp>
    </p:spTree>
    <p:extLst>
      <p:ext uri="{BB962C8B-B14F-4D97-AF65-F5344CB8AC3E}">
        <p14:creationId xmlns:p14="http://schemas.microsoft.com/office/powerpoint/2010/main" val="3971799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9A2E3-F3A1-DC56-C0A6-43733A6163E8}"/>
              </a:ext>
            </a:extLst>
          </p:cNvPr>
          <p:cNvSpPr>
            <a:spLocks noGrp="1"/>
          </p:cNvSpPr>
          <p:nvPr>
            <p:ph type="title"/>
          </p:nvPr>
        </p:nvSpPr>
        <p:spPr/>
        <p:txBody>
          <a:bodyPr/>
          <a:lstStyle/>
          <a:p>
            <a:r>
              <a:rPr lang="en-US" dirty="0"/>
              <a:t>Safety as a Hard Gate</a:t>
            </a:r>
          </a:p>
        </p:txBody>
      </p:sp>
      <p:sp>
        <p:nvSpPr>
          <p:cNvPr id="3" name="Text Placeholder 2">
            <a:extLst>
              <a:ext uri="{FF2B5EF4-FFF2-40B4-BE49-F238E27FC236}">
                <a16:creationId xmlns:a16="http://schemas.microsoft.com/office/drawing/2014/main" id="{B7C0E74D-273F-6007-06A2-45EDC859BA32}"/>
              </a:ext>
            </a:extLst>
          </p:cNvPr>
          <p:cNvSpPr>
            <a:spLocks noGrp="1"/>
          </p:cNvSpPr>
          <p:nvPr>
            <p:ph type="body" idx="1"/>
          </p:nvPr>
        </p:nvSpPr>
        <p:spPr/>
        <p:txBody>
          <a:bodyPr/>
          <a:lstStyle/>
          <a:p>
            <a:r>
              <a:rPr lang="en-US" dirty="0"/>
              <a:t>Moderation, Privacy Basics, Logging to Review</a:t>
            </a:r>
          </a:p>
        </p:txBody>
      </p:sp>
    </p:spTree>
    <p:extLst>
      <p:ext uri="{BB962C8B-B14F-4D97-AF65-F5344CB8AC3E}">
        <p14:creationId xmlns:p14="http://schemas.microsoft.com/office/powerpoint/2010/main" val="645710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610102-A127-5659-9F7C-9F38D24A514E}"/>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0BE44CB-AD51-B2DA-A465-A506D2651D14}"/>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Pipeline (Fail-Closed)</a:t>
            </a:r>
          </a:p>
        </p:txBody>
      </p:sp>
      <p:graphicFrame>
        <p:nvGraphicFramePr>
          <p:cNvPr id="6" name="Content Placeholder 5">
            <a:extLst>
              <a:ext uri="{FF2B5EF4-FFF2-40B4-BE49-F238E27FC236}">
                <a16:creationId xmlns:a16="http://schemas.microsoft.com/office/drawing/2014/main" id="{07049F21-9D35-09C8-A726-B83AF906EA63}"/>
              </a:ext>
            </a:extLst>
          </p:cNvPr>
          <p:cNvGraphicFramePr>
            <a:graphicFrameLocks noGrp="1"/>
          </p:cNvGraphicFramePr>
          <p:nvPr>
            <p:ph idx="1"/>
            <p:extLst>
              <p:ext uri="{D42A27DB-BD31-4B8C-83A1-F6EECF244321}">
                <p14:modId xmlns:p14="http://schemas.microsoft.com/office/powerpoint/2010/main" val="3985105971"/>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06552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E6519073-13C7-C149-FA03-3F3A090EC7E5}"/>
              </a:ext>
            </a:extLst>
          </p:cNvPr>
          <p:cNvSpPr>
            <a:spLocks noGrp="1"/>
          </p:cNvSpPr>
          <p:nvPr>
            <p:ph type="title"/>
          </p:nvPr>
        </p:nvSpPr>
        <p:spPr>
          <a:xfrm>
            <a:off x="956929" y="381935"/>
            <a:ext cx="4239723" cy="5974414"/>
          </a:xfrm>
        </p:spPr>
        <p:txBody>
          <a:bodyPr anchor="ctr">
            <a:normAutofit/>
          </a:bodyPr>
          <a:lstStyle/>
          <a:p>
            <a:r>
              <a:rPr lang="en-US" sz="6800" dirty="0">
                <a:solidFill>
                  <a:srgbClr val="FFFFFF"/>
                </a:solidFill>
              </a:rPr>
              <a:t>Pre-screen </a:t>
            </a:r>
            <a:r>
              <a:rPr lang="en-US" sz="6800" i="1" dirty="0">
                <a:solidFill>
                  <a:srgbClr val="FFFFFF"/>
                </a:solidFill>
              </a:rPr>
              <a:t>Everything</a:t>
            </a:r>
          </a:p>
        </p:txBody>
      </p:sp>
      <p:grpSp>
        <p:nvGrpSpPr>
          <p:cNvPr id="26" name="Group 25">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A122BA21-77A4-903B-A1AE-BCAC8E056E14}"/>
              </a:ext>
            </a:extLst>
          </p:cNvPr>
          <p:cNvSpPr>
            <a:spLocks noGrp="1"/>
          </p:cNvSpPr>
          <p:nvPr>
            <p:ph idx="1"/>
          </p:nvPr>
        </p:nvSpPr>
        <p:spPr>
          <a:xfrm>
            <a:off x="6297233" y="518400"/>
            <a:ext cx="5589964" cy="5837949"/>
          </a:xfrm>
        </p:spPr>
        <p:txBody>
          <a:bodyPr anchor="ctr">
            <a:normAutofit/>
          </a:bodyPr>
          <a:lstStyle/>
          <a:p>
            <a:r>
              <a:rPr lang="en-US" dirty="0">
                <a:solidFill>
                  <a:schemeClr val="tx1">
                    <a:alpha val="80000"/>
                  </a:schemeClr>
                </a:solidFill>
              </a:rPr>
              <a:t>Scrub secrets</a:t>
            </a:r>
          </a:p>
          <a:p>
            <a:r>
              <a:rPr lang="en-US" dirty="0">
                <a:solidFill>
                  <a:schemeClr val="tx1">
                    <a:alpha val="80000"/>
                  </a:schemeClr>
                </a:solidFill>
              </a:rPr>
              <a:t>Redact sensitive fields</a:t>
            </a:r>
          </a:p>
          <a:p>
            <a:r>
              <a:rPr lang="en-US" dirty="0">
                <a:solidFill>
                  <a:schemeClr val="tx1">
                    <a:alpha val="80000"/>
                  </a:schemeClr>
                </a:solidFill>
              </a:rPr>
              <a:t>Block injection patterns</a:t>
            </a:r>
          </a:p>
          <a:p>
            <a:r>
              <a:rPr lang="en-US" dirty="0">
                <a:solidFill>
                  <a:schemeClr val="tx1">
                    <a:alpha val="80000"/>
                  </a:schemeClr>
                </a:solidFill>
              </a:rPr>
              <a:t>Ignore system change requests</a:t>
            </a:r>
          </a:p>
          <a:p>
            <a:r>
              <a:rPr lang="en-US" b="1" dirty="0">
                <a:solidFill>
                  <a:schemeClr val="tx1">
                    <a:alpha val="80000"/>
                  </a:schemeClr>
                </a:solidFill>
              </a:rPr>
              <a:t>Allow-list</a:t>
            </a:r>
            <a:r>
              <a:rPr lang="en-US" dirty="0">
                <a:solidFill>
                  <a:schemeClr val="tx1">
                    <a:alpha val="80000"/>
                  </a:schemeClr>
                </a:solidFill>
              </a:rPr>
              <a:t> tools/domains</a:t>
            </a:r>
          </a:p>
          <a:p>
            <a:r>
              <a:rPr lang="en-US" dirty="0">
                <a:solidFill>
                  <a:schemeClr val="tx1">
                    <a:alpha val="80000"/>
                  </a:schemeClr>
                </a:solidFill>
              </a:rPr>
              <a:t>Use </a:t>
            </a:r>
            <a:r>
              <a:rPr lang="en-US" b="1" dirty="0">
                <a:solidFill>
                  <a:schemeClr val="tx1">
                    <a:alpha val="80000"/>
                  </a:schemeClr>
                </a:solidFill>
              </a:rPr>
              <a:t>read-only</a:t>
            </a:r>
            <a:r>
              <a:rPr lang="en-US" dirty="0">
                <a:solidFill>
                  <a:schemeClr val="tx1">
                    <a:alpha val="80000"/>
                  </a:schemeClr>
                </a:solidFill>
              </a:rPr>
              <a:t> DB creds</a:t>
            </a:r>
          </a:p>
          <a:p>
            <a:r>
              <a:rPr lang="en-US" dirty="0">
                <a:solidFill>
                  <a:schemeClr val="tx1">
                    <a:alpha val="80000"/>
                  </a:schemeClr>
                </a:solidFill>
              </a:rPr>
              <a:t>Size/encoding sanity checks</a:t>
            </a:r>
          </a:p>
          <a:p>
            <a:r>
              <a:rPr lang="en-US" dirty="0">
                <a:solidFill>
                  <a:schemeClr val="tx1">
                    <a:alpha val="80000"/>
                  </a:schemeClr>
                </a:solidFill>
              </a:rPr>
              <a:t>Cap time/tokens</a:t>
            </a:r>
          </a:p>
          <a:p>
            <a:endParaRPr lang="en-US" dirty="0">
              <a:solidFill>
                <a:schemeClr val="tx1">
                  <a:alpha val="80000"/>
                </a:schemeClr>
              </a:solidFill>
            </a:endParaRPr>
          </a:p>
        </p:txBody>
      </p:sp>
      <p:cxnSp>
        <p:nvCxnSpPr>
          <p:cNvPr id="27" name="Straight Connector 2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28518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EA758-315D-99A0-C2D9-4A7488E86BD3}"/>
              </a:ext>
            </a:extLst>
          </p:cNvPr>
          <p:cNvSpPr>
            <a:spLocks noGrp="1"/>
          </p:cNvSpPr>
          <p:nvPr>
            <p:ph type="title"/>
          </p:nvPr>
        </p:nvSpPr>
        <p:spPr/>
        <p:txBody>
          <a:bodyPr/>
          <a:lstStyle/>
          <a:p>
            <a:r>
              <a:rPr lang="en-US" dirty="0"/>
              <a:t>Handling and Metrics</a:t>
            </a:r>
          </a:p>
        </p:txBody>
      </p:sp>
      <p:sp>
        <p:nvSpPr>
          <p:cNvPr id="3" name="Content Placeholder 2">
            <a:extLst>
              <a:ext uri="{FF2B5EF4-FFF2-40B4-BE49-F238E27FC236}">
                <a16:creationId xmlns:a16="http://schemas.microsoft.com/office/drawing/2014/main" id="{ED1BB410-44D9-E865-438F-73D67CDB6DE1}"/>
              </a:ext>
            </a:extLst>
          </p:cNvPr>
          <p:cNvSpPr>
            <a:spLocks noGrp="1"/>
          </p:cNvSpPr>
          <p:nvPr>
            <p:ph idx="1"/>
          </p:nvPr>
        </p:nvSpPr>
        <p:spPr/>
        <p:txBody>
          <a:bodyPr/>
          <a:lstStyle/>
          <a:p>
            <a:r>
              <a:rPr lang="en-US" dirty="0"/>
              <a:t>If </a:t>
            </a:r>
            <a:r>
              <a:rPr lang="en-US" b="1" dirty="0"/>
              <a:t>flagged</a:t>
            </a:r>
            <a:r>
              <a:rPr lang="en-US" dirty="0"/>
              <a:t>: refuse safely, log, route to review</a:t>
            </a:r>
          </a:p>
          <a:p>
            <a:r>
              <a:rPr lang="en-US" dirty="0"/>
              <a:t>Track a tiny </a:t>
            </a:r>
            <a:r>
              <a:rPr lang="en-US" b="1" dirty="0"/>
              <a:t>gold set</a:t>
            </a:r>
            <a:r>
              <a:rPr lang="en-US" dirty="0"/>
              <a:t> for moderation precision/recall</a:t>
            </a:r>
          </a:p>
          <a:p>
            <a:r>
              <a:rPr lang="en-US" dirty="0"/>
              <a:t>Monitor rates: % flagged, false +/−, escalations</a:t>
            </a:r>
          </a:p>
          <a:p>
            <a:r>
              <a:rPr lang="en-US" dirty="0"/>
              <a:t>Don’t probe policy with prod keys; keep a rollback path</a:t>
            </a:r>
          </a:p>
          <a:p>
            <a:endParaRPr lang="en-US" dirty="0"/>
          </a:p>
        </p:txBody>
      </p:sp>
    </p:spTree>
    <p:extLst>
      <p:ext uri="{BB962C8B-B14F-4D97-AF65-F5344CB8AC3E}">
        <p14:creationId xmlns:p14="http://schemas.microsoft.com/office/powerpoint/2010/main" val="163301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B47AF-CE7C-441C-486F-DA51D895F327}"/>
              </a:ext>
            </a:extLst>
          </p:cNvPr>
          <p:cNvSpPr>
            <a:spLocks noGrp="1"/>
          </p:cNvSpPr>
          <p:nvPr>
            <p:ph type="title"/>
          </p:nvPr>
        </p:nvSpPr>
        <p:spPr/>
        <p:txBody>
          <a:bodyPr/>
          <a:lstStyle/>
          <a:p>
            <a:r>
              <a:rPr lang="en-US" dirty="0"/>
              <a:t>Backup: Policy Testing (Staging vs Prod)</a:t>
            </a:r>
          </a:p>
        </p:txBody>
      </p:sp>
      <p:sp>
        <p:nvSpPr>
          <p:cNvPr id="3" name="Content Placeholder 2">
            <a:extLst>
              <a:ext uri="{FF2B5EF4-FFF2-40B4-BE49-F238E27FC236}">
                <a16:creationId xmlns:a16="http://schemas.microsoft.com/office/drawing/2014/main" id="{8193F7F3-F146-BAA9-CDCA-76091FEA1854}"/>
              </a:ext>
            </a:extLst>
          </p:cNvPr>
          <p:cNvSpPr>
            <a:spLocks noGrp="1"/>
          </p:cNvSpPr>
          <p:nvPr>
            <p:ph idx="1"/>
          </p:nvPr>
        </p:nvSpPr>
        <p:spPr/>
        <p:txBody>
          <a:bodyPr/>
          <a:lstStyle/>
          <a:p>
            <a:r>
              <a:rPr lang="en-US" dirty="0"/>
              <a:t>Separate environments and API keys (and accounts?)</a:t>
            </a:r>
          </a:p>
          <a:p>
            <a:r>
              <a:rPr lang="en-US" dirty="0"/>
              <a:t>No red-team tests on prod keys</a:t>
            </a:r>
          </a:p>
          <a:p>
            <a:r>
              <a:rPr lang="en-US" dirty="0"/>
              <a:t>First pass on local/open models</a:t>
            </a:r>
          </a:p>
          <a:p>
            <a:r>
              <a:rPr lang="en-US" dirty="0"/>
              <a:t>Lock down test prompts/results</a:t>
            </a:r>
          </a:p>
          <a:p>
            <a:r>
              <a:rPr lang="en-US" dirty="0"/>
              <a:t>Cap staging budgets/quotas</a:t>
            </a:r>
          </a:p>
          <a:p>
            <a:r>
              <a:rPr lang="en-US" dirty="0"/>
              <a:t>Mirror moderation in both </a:t>
            </a:r>
            <a:r>
              <a:rPr lang="en-US" dirty="0" err="1"/>
              <a:t>envs</a:t>
            </a:r>
            <a:endParaRPr lang="en-US" dirty="0"/>
          </a:p>
          <a:p>
            <a:endParaRPr lang="en-US" dirty="0"/>
          </a:p>
        </p:txBody>
      </p:sp>
    </p:spTree>
    <p:extLst>
      <p:ext uri="{BB962C8B-B14F-4D97-AF65-F5344CB8AC3E}">
        <p14:creationId xmlns:p14="http://schemas.microsoft.com/office/powerpoint/2010/main" val="3874841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0CB5D-068B-0A66-CEBB-8E5962F694FE}"/>
              </a:ext>
            </a:extLst>
          </p:cNvPr>
          <p:cNvSpPr>
            <a:spLocks noGrp="1"/>
          </p:cNvSpPr>
          <p:nvPr>
            <p:ph type="title"/>
          </p:nvPr>
        </p:nvSpPr>
        <p:spPr/>
        <p:txBody>
          <a:bodyPr/>
          <a:lstStyle/>
          <a:p>
            <a:r>
              <a:rPr lang="en-US" dirty="0"/>
              <a:t>Backup: Release/Rollback Controls</a:t>
            </a:r>
          </a:p>
        </p:txBody>
      </p:sp>
      <p:sp>
        <p:nvSpPr>
          <p:cNvPr id="3" name="Content Placeholder 2">
            <a:extLst>
              <a:ext uri="{FF2B5EF4-FFF2-40B4-BE49-F238E27FC236}">
                <a16:creationId xmlns:a16="http://schemas.microsoft.com/office/drawing/2014/main" id="{71D9B733-CB24-4602-7D43-7B8B9F9B8856}"/>
              </a:ext>
            </a:extLst>
          </p:cNvPr>
          <p:cNvSpPr>
            <a:spLocks noGrp="1"/>
          </p:cNvSpPr>
          <p:nvPr>
            <p:ph idx="1"/>
          </p:nvPr>
        </p:nvSpPr>
        <p:spPr/>
        <p:txBody>
          <a:bodyPr/>
          <a:lstStyle/>
          <a:p>
            <a:r>
              <a:rPr lang="en-US" dirty="0"/>
              <a:t>Pin model/version in config</a:t>
            </a:r>
          </a:p>
          <a:p>
            <a:r>
              <a:rPr lang="en-US" dirty="0"/>
              <a:t>Canary to a small % with thresholds</a:t>
            </a:r>
          </a:p>
          <a:p>
            <a:r>
              <a:rPr lang="en-US" dirty="0"/>
              <a:t>Auto-rollback on breach</a:t>
            </a:r>
          </a:p>
          <a:p>
            <a:r>
              <a:rPr lang="en-US" dirty="0"/>
              <a:t>Feature flag / provider adapter switch</a:t>
            </a:r>
          </a:p>
          <a:p>
            <a:r>
              <a:rPr lang="en-US" dirty="0"/>
              <a:t>Kill switch: disable gen, return safe msg</a:t>
            </a:r>
          </a:p>
          <a:p>
            <a:r>
              <a:rPr lang="en-US" dirty="0"/>
              <a:t>Track p95 latency, error rate, flagged %</a:t>
            </a:r>
          </a:p>
          <a:p>
            <a:endParaRPr lang="en-US" dirty="0"/>
          </a:p>
        </p:txBody>
      </p:sp>
    </p:spTree>
    <p:extLst>
      <p:ext uri="{BB962C8B-B14F-4D97-AF65-F5344CB8AC3E}">
        <p14:creationId xmlns:p14="http://schemas.microsoft.com/office/powerpoint/2010/main" val="481944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1D481-0248-5C55-8705-234BCB7EA6D1}"/>
              </a:ext>
            </a:extLst>
          </p:cNvPr>
          <p:cNvSpPr>
            <a:spLocks noGrp="1"/>
          </p:cNvSpPr>
          <p:nvPr>
            <p:ph type="title"/>
          </p:nvPr>
        </p:nvSpPr>
        <p:spPr/>
        <p:txBody>
          <a:bodyPr/>
          <a:lstStyle/>
          <a:p>
            <a:r>
              <a:rPr lang="en-US" dirty="0"/>
              <a:t>Performance/Cost on a Napkin</a:t>
            </a:r>
          </a:p>
        </p:txBody>
      </p:sp>
      <p:sp>
        <p:nvSpPr>
          <p:cNvPr id="3" name="Text Placeholder 2">
            <a:extLst>
              <a:ext uri="{FF2B5EF4-FFF2-40B4-BE49-F238E27FC236}">
                <a16:creationId xmlns:a16="http://schemas.microsoft.com/office/drawing/2014/main" id="{18B268A3-1DBE-492A-6A36-38FB49D41F26}"/>
              </a:ext>
            </a:extLst>
          </p:cNvPr>
          <p:cNvSpPr>
            <a:spLocks noGrp="1"/>
          </p:cNvSpPr>
          <p:nvPr>
            <p:ph type="body" idx="1"/>
          </p:nvPr>
        </p:nvSpPr>
        <p:spPr/>
        <p:txBody>
          <a:bodyPr/>
          <a:lstStyle/>
          <a:p>
            <a:r>
              <a:rPr lang="en-US" dirty="0"/>
              <a:t>Tokens, Latency Targets, Rate Limits </a:t>
            </a:r>
          </a:p>
        </p:txBody>
      </p:sp>
    </p:spTree>
    <p:extLst>
      <p:ext uri="{BB962C8B-B14F-4D97-AF65-F5344CB8AC3E}">
        <p14:creationId xmlns:p14="http://schemas.microsoft.com/office/powerpoint/2010/main" val="7987878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EB6BF-3E59-671B-4D98-02AF0BC071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27355A-982D-BB7C-0811-9A12E847AB57}"/>
              </a:ext>
            </a:extLst>
          </p:cNvPr>
          <p:cNvSpPr>
            <a:spLocks noGrp="1"/>
          </p:cNvSpPr>
          <p:nvPr>
            <p:ph type="title"/>
          </p:nvPr>
        </p:nvSpPr>
        <p:spPr/>
        <p:txBody>
          <a:bodyPr/>
          <a:lstStyle/>
          <a:p>
            <a:r>
              <a:rPr lang="en-US" dirty="0"/>
              <a:t>Tokens → Cost (back-of-envelope)</a:t>
            </a:r>
          </a:p>
        </p:txBody>
      </p:sp>
      <p:sp>
        <p:nvSpPr>
          <p:cNvPr id="3" name="Content Placeholder 2">
            <a:extLst>
              <a:ext uri="{FF2B5EF4-FFF2-40B4-BE49-F238E27FC236}">
                <a16:creationId xmlns:a16="http://schemas.microsoft.com/office/drawing/2014/main" id="{19FD18C6-0B26-C5DD-3997-7D9F354918C9}"/>
              </a:ext>
            </a:extLst>
          </p:cNvPr>
          <p:cNvSpPr>
            <a:spLocks noGrp="1"/>
          </p:cNvSpPr>
          <p:nvPr>
            <p:ph idx="1"/>
          </p:nvPr>
        </p:nvSpPr>
        <p:spPr/>
        <p:txBody>
          <a:bodyPr/>
          <a:lstStyle/>
          <a:p>
            <a:r>
              <a:rPr lang="en-US" dirty="0" err="1"/>
              <a:t>total_tokens</a:t>
            </a:r>
            <a:r>
              <a:rPr lang="en-US" dirty="0"/>
              <a:t> ≈ input + output</a:t>
            </a:r>
          </a:p>
          <a:p>
            <a:r>
              <a:rPr lang="en-US" dirty="0"/>
              <a:t>cost ≈ (</a:t>
            </a:r>
            <a:r>
              <a:rPr lang="en-US" dirty="0" err="1"/>
              <a:t>input_tokens</a:t>
            </a:r>
            <a:r>
              <a:rPr lang="en-US" dirty="0"/>
              <a:t> × </a:t>
            </a:r>
            <a:r>
              <a:rPr lang="en-US" dirty="0" err="1"/>
              <a:t>in_price</a:t>
            </a:r>
            <a:r>
              <a:rPr lang="en-US" dirty="0"/>
              <a:t>) + (</a:t>
            </a:r>
            <a:r>
              <a:rPr lang="en-US" dirty="0" err="1"/>
              <a:t>output_tokens</a:t>
            </a:r>
            <a:r>
              <a:rPr lang="en-US" dirty="0"/>
              <a:t> × </a:t>
            </a:r>
            <a:r>
              <a:rPr lang="en-US" dirty="0" err="1"/>
              <a:t>out_price</a:t>
            </a:r>
            <a:r>
              <a:rPr lang="en-US" dirty="0"/>
              <a:t>)</a:t>
            </a:r>
          </a:p>
          <a:p>
            <a:pPr lvl="1"/>
            <a:r>
              <a:rPr lang="en-US" dirty="0"/>
              <a:t>Example: 2k in + 300 out</a:t>
            </a:r>
          </a:p>
          <a:p>
            <a:pPr lvl="1"/>
            <a:r>
              <a:rPr lang="en-US" dirty="0"/>
              <a:t>Prices per 1M: $0.50 in / $1.50 out → ≈ $0.00145 per call</a:t>
            </a:r>
          </a:p>
          <a:p>
            <a:r>
              <a:rPr lang="en-US" dirty="0"/>
              <a:t>Multiply by calls/day → daily $</a:t>
            </a:r>
          </a:p>
          <a:p>
            <a:endParaRPr lang="en-US" dirty="0"/>
          </a:p>
        </p:txBody>
      </p:sp>
    </p:spTree>
    <p:extLst>
      <p:ext uri="{BB962C8B-B14F-4D97-AF65-F5344CB8AC3E}">
        <p14:creationId xmlns:p14="http://schemas.microsoft.com/office/powerpoint/2010/main" val="1509931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C870D-ADDB-03E1-7264-47C25969AD22}"/>
              </a:ext>
            </a:extLst>
          </p:cNvPr>
          <p:cNvSpPr>
            <a:spLocks noGrp="1"/>
          </p:cNvSpPr>
          <p:nvPr>
            <p:ph type="title"/>
          </p:nvPr>
        </p:nvSpPr>
        <p:spPr/>
        <p:txBody>
          <a:bodyPr/>
          <a:lstStyle/>
          <a:p>
            <a:r>
              <a:rPr lang="en-US" dirty="0"/>
              <a:t>Latency and Throughput</a:t>
            </a:r>
          </a:p>
        </p:txBody>
      </p:sp>
      <p:sp>
        <p:nvSpPr>
          <p:cNvPr id="3" name="Content Placeholder 2">
            <a:extLst>
              <a:ext uri="{FF2B5EF4-FFF2-40B4-BE49-F238E27FC236}">
                <a16:creationId xmlns:a16="http://schemas.microsoft.com/office/drawing/2014/main" id="{36F2354F-123A-BD12-5AC3-9E174447406B}"/>
              </a:ext>
            </a:extLst>
          </p:cNvPr>
          <p:cNvSpPr>
            <a:spLocks noGrp="1"/>
          </p:cNvSpPr>
          <p:nvPr>
            <p:ph idx="1"/>
          </p:nvPr>
        </p:nvSpPr>
        <p:spPr/>
        <p:txBody>
          <a:bodyPr/>
          <a:lstStyle/>
          <a:p>
            <a:r>
              <a:rPr lang="en-US" b="1" dirty="0"/>
              <a:t>Latency</a:t>
            </a:r>
            <a:r>
              <a:rPr lang="en-US" dirty="0"/>
              <a:t>: Roundtrip time (</a:t>
            </a:r>
            <a:r>
              <a:rPr lang="en-US" dirty="0" err="1"/>
              <a:t>ms</a:t>
            </a:r>
            <a:r>
              <a:rPr lang="en-US" dirty="0"/>
              <a:t>)</a:t>
            </a:r>
          </a:p>
          <a:p>
            <a:pPr lvl="1"/>
            <a:r>
              <a:rPr lang="en-US" sz="2000" dirty="0"/>
              <a:t>Realtime vs. batch</a:t>
            </a:r>
          </a:p>
          <a:p>
            <a:r>
              <a:rPr lang="en-US" b="1" dirty="0"/>
              <a:t>Throughput</a:t>
            </a:r>
            <a:r>
              <a:rPr lang="en-US" dirty="0"/>
              <a:t> need = users × requests per minute</a:t>
            </a:r>
          </a:p>
          <a:p>
            <a:r>
              <a:rPr lang="en-US" dirty="0"/>
              <a:t>Targets: p50 and p95 (set a number)</a:t>
            </a:r>
          </a:p>
          <a:p>
            <a:r>
              <a:rPr lang="en-US" dirty="0"/>
              <a:t>Check vs provider limits (RPM, TPM)</a:t>
            </a:r>
          </a:p>
          <a:p>
            <a:pPr lvl="1"/>
            <a:r>
              <a:rPr lang="en-US" sz="2000" dirty="0"/>
              <a:t>RPM: Requests Per Minute</a:t>
            </a:r>
          </a:p>
          <a:p>
            <a:pPr lvl="1"/>
            <a:r>
              <a:rPr lang="en-US" sz="2000" dirty="0"/>
              <a:t>TPM: Tokens Per Minute</a:t>
            </a:r>
          </a:p>
          <a:p>
            <a:r>
              <a:rPr lang="en-US" dirty="0"/>
              <a:t>If over: queue + backoff, cache, smaller prompts</a:t>
            </a:r>
          </a:p>
          <a:p>
            <a:endParaRPr lang="en-US" dirty="0"/>
          </a:p>
        </p:txBody>
      </p:sp>
    </p:spTree>
    <p:extLst>
      <p:ext uri="{BB962C8B-B14F-4D97-AF65-F5344CB8AC3E}">
        <p14:creationId xmlns:p14="http://schemas.microsoft.com/office/powerpoint/2010/main" val="2942845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74590-BD44-2E40-6A4F-F6C55A328DBC}"/>
              </a:ext>
            </a:extLst>
          </p:cNvPr>
          <p:cNvSpPr>
            <a:spLocks noGrp="1"/>
          </p:cNvSpPr>
          <p:nvPr>
            <p:ph type="title"/>
          </p:nvPr>
        </p:nvSpPr>
        <p:spPr/>
        <p:txBody>
          <a:bodyPr/>
          <a:lstStyle/>
          <a:p>
            <a:r>
              <a:rPr lang="en-US" dirty="0"/>
              <a:t>Reliability Playbook</a:t>
            </a:r>
          </a:p>
        </p:txBody>
      </p:sp>
      <p:sp>
        <p:nvSpPr>
          <p:cNvPr id="3" name="Text Placeholder 2">
            <a:extLst>
              <a:ext uri="{FF2B5EF4-FFF2-40B4-BE49-F238E27FC236}">
                <a16:creationId xmlns:a16="http://schemas.microsoft.com/office/drawing/2014/main" id="{49B99C30-3A60-8424-5A33-E2B2C411C275}"/>
              </a:ext>
            </a:extLst>
          </p:cNvPr>
          <p:cNvSpPr>
            <a:spLocks noGrp="1"/>
          </p:cNvSpPr>
          <p:nvPr>
            <p:ph type="body" idx="1"/>
          </p:nvPr>
        </p:nvSpPr>
        <p:spPr/>
        <p:txBody>
          <a:bodyPr/>
          <a:lstStyle/>
          <a:p>
            <a:r>
              <a:rPr lang="en-US" dirty="0"/>
              <a:t>Retries, Circuit Breakers, Version Pinning, Rollback</a:t>
            </a:r>
          </a:p>
        </p:txBody>
      </p:sp>
    </p:spTree>
    <p:extLst>
      <p:ext uri="{BB962C8B-B14F-4D97-AF65-F5344CB8AC3E}">
        <p14:creationId xmlns:p14="http://schemas.microsoft.com/office/powerpoint/2010/main" val="39354734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E1074-9283-31D7-222E-FE739B3325DC}"/>
              </a:ext>
            </a:extLst>
          </p:cNvPr>
          <p:cNvSpPr>
            <a:spLocks noGrp="1"/>
          </p:cNvSpPr>
          <p:nvPr>
            <p:ph type="title"/>
          </p:nvPr>
        </p:nvSpPr>
        <p:spPr/>
        <p:txBody>
          <a:bodyPr/>
          <a:lstStyle/>
          <a:p>
            <a:r>
              <a:rPr lang="en-US" dirty="0"/>
              <a:t>Handling Failure</a:t>
            </a:r>
          </a:p>
        </p:txBody>
      </p:sp>
      <p:sp>
        <p:nvSpPr>
          <p:cNvPr id="3" name="Content Placeholder 2">
            <a:extLst>
              <a:ext uri="{FF2B5EF4-FFF2-40B4-BE49-F238E27FC236}">
                <a16:creationId xmlns:a16="http://schemas.microsoft.com/office/drawing/2014/main" id="{9B319F88-A82C-CDEF-599E-56FD9BFFA332}"/>
              </a:ext>
            </a:extLst>
          </p:cNvPr>
          <p:cNvSpPr>
            <a:spLocks noGrp="1"/>
          </p:cNvSpPr>
          <p:nvPr>
            <p:ph idx="1"/>
          </p:nvPr>
        </p:nvSpPr>
        <p:spPr/>
        <p:txBody>
          <a:bodyPr/>
          <a:lstStyle/>
          <a:p>
            <a:r>
              <a:rPr lang="en-US" dirty="0"/>
              <a:t>Treat rate limits/timeouts as normal.</a:t>
            </a:r>
          </a:p>
          <a:p>
            <a:pPr lvl="1"/>
            <a:r>
              <a:rPr lang="en-US" b="1" dirty="0"/>
              <a:t>Exponential backoff:</a:t>
            </a:r>
            <a:r>
              <a:rPr lang="en-US" dirty="0"/>
              <a:t> retry with increasing delays.</a:t>
            </a:r>
          </a:p>
          <a:p>
            <a:pPr lvl="1"/>
            <a:r>
              <a:rPr lang="en-US" dirty="0"/>
              <a:t>Cap retries (e.g., 2) and then fail fast.</a:t>
            </a:r>
          </a:p>
          <a:p>
            <a:pPr lvl="1"/>
            <a:r>
              <a:rPr lang="en-US" dirty="0"/>
              <a:t>Add a </a:t>
            </a:r>
            <a:r>
              <a:rPr lang="en-US" b="1" dirty="0"/>
              <a:t>circuit breaker </a:t>
            </a:r>
            <a:r>
              <a:rPr lang="en-US" dirty="0"/>
              <a:t>to stop hammering a failing service.</a:t>
            </a:r>
          </a:p>
          <a:p>
            <a:r>
              <a:rPr lang="en-US" dirty="0"/>
              <a:t>Degrade gracefully</a:t>
            </a:r>
          </a:p>
          <a:p>
            <a:pPr lvl="1"/>
            <a:r>
              <a:rPr lang="en-US" dirty="0"/>
              <a:t>Smaller prompts</a:t>
            </a:r>
          </a:p>
          <a:p>
            <a:pPr lvl="1"/>
            <a:r>
              <a:rPr lang="en-US" dirty="0"/>
              <a:t>Cached answers</a:t>
            </a:r>
          </a:p>
          <a:p>
            <a:pPr lvl="1"/>
            <a:r>
              <a:rPr lang="en-US" dirty="0"/>
              <a:t>Local fallback</a:t>
            </a:r>
          </a:p>
          <a:p>
            <a:r>
              <a:rPr lang="en-US" dirty="0"/>
              <a:t>Log basics and watch p95 latency + error/flagged %</a:t>
            </a:r>
          </a:p>
          <a:p>
            <a:endParaRPr lang="en-US" dirty="0"/>
          </a:p>
        </p:txBody>
      </p:sp>
    </p:spTree>
    <p:extLst>
      <p:ext uri="{BB962C8B-B14F-4D97-AF65-F5344CB8AC3E}">
        <p14:creationId xmlns:p14="http://schemas.microsoft.com/office/powerpoint/2010/main" val="1473472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7EBB8-A266-ACBE-9A9E-2A8D8AD9C9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8529D1-955A-AF46-69E7-FB9E737683F1}"/>
              </a:ext>
            </a:extLst>
          </p:cNvPr>
          <p:cNvSpPr>
            <a:spLocks noGrp="1"/>
          </p:cNvSpPr>
          <p:nvPr>
            <p:ph type="title"/>
          </p:nvPr>
        </p:nvSpPr>
        <p:spPr/>
        <p:txBody>
          <a:bodyPr/>
          <a:lstStyle/>
          <a:p>
            <a:r>
              <a:rPr lang="en-US" dirty="0"/>
              <a:t>Pin and Rollback</a:t>
            </a:r>
          </a:p>
        </p:txBody>
      </p:sp>
      <p:sp>
        <p:nvSpPr>
          <p:cNvPr id="3" name="Content Placeholder 2">
            <a:extLst>
              <a:ext uri="{FF2B5EF4-FFF2-40B4-BE49-F238E27FC236}">
                <a16:creationId xmlns:a16="http://schemas.microsoft.com/office/drawing/2014/main" id="{1F3E6D13-CBC2-3A98-5AD5-02743CA73CBA}"/>
              </a:ext>
            </a:extLst>
          </p:cNvPr>
          <p:cNvSpPr>
            <a:spLocks noGrp="1"/>
          </p:cNvSpPr>
          <p:nvPr>
            <p:ph idx="1"/>
          </p:nvPr>
        </p:nvSpPr>
        <p:spPr/>
        <p:txBody>
          <a:bodyPr/>
          <a:lstStyle/>
          <a:p>
            <a:r>
              <a:rPr lang="en-US" b="1" dirty="0"/>
              <a:t>Pin versions:</a:t>
            </a:r>
            <a:r>
              <a:rPr lang="en-US" dirty="0"/>
              <a:t> set model + config explicitly (no silent upgrades)</a:t>
            </a:r>
          </a:p>
          <a:p>
            <a:r>
              <a:rPr lang="en-US" b="1" dirty="0"/>
              <a:t>Canary first:</a:t>
            </a:r>
            <a:r>
              <a:rPr lang="en-US" dirty="0"/>
              <a:t> route a small %; watch p95 + error/flagged %</a:t>
            </a:r>
          </a:p>
          <a:p>
            <a:r>
              <a:rPr lang="en-US" b="1" dirty="0"/>
              <a:t>One-switch rollback:</a:t>
            </a:r>
            <a:r>
              <a:rPr lang="en-US" dirty="0"/>
              <a:t> feature flag/provider adapter to last good</a:t>
            </a:r>
          </a:p>
          <a:p>
            <a:r>
              <a:rPr lang="en-US" b="1" dirty="0"/>
              <a:t>Kill switch:</a:t>
            </a:r>
            <a:r>
              <a:rPr lang="en-US" dirty="0"/>
              <a:t> safe message if everything degrades</a:t>
            </a:r>
          </a:p>
        </p:txBody>
      </p:sp>
    </p:spTree>
    <p:extLst>
      <p:ext uri="{BB962C8B-B14F-4D97-AF65-F5344CB8AC3E}">
        <p14:creationId xmlns:p14="http://schemas.microsoft.com/office/powerpoint/2010/main" val="1942929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8F627CF-80B1-FE95-4E74-F5A7C8751C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5A4778-B4D6-8DA0-198D-F6C229C8BAB8}"/>
              </a:ext>
            </a:extLst>
          </p:cNvPr>
          <p:cNvSpPr>
            <a:spLocks noGrp="1"/>
          </p:cNvSpPr>
          <p:nvPr>
            <p:ph type="title"/>
          </p:nvPr>
        </p:nvSpPr>
        <p:spPr/>
        <p:txBody>
          <a:bodyPr/>
          <a:lstStyle/>
          <a:p>
            <a:r>
              <a:rPr lang="en-US" dirty="0"/>
              <a:t>Kill Switch</a:t>
            </a:r>
          </a:p>
        </p:txBody>
      </p:sp>
      <p:sp>
        <p:nvSpPr>
          <p:cNvPr id="3" name="Content Placeholder 2">
            <a:extLst>
              <a:ext uri="{FF2B5EF4-FFF2-40B4-BE49-F238E27FC236}">
                <a16:creationId xmlns:a16="http://schemas.microsoft.com/office/drawing/2014/main" id="{518880F3-01FB-050C-0606-4FB8DBDAAB97}"/>
              </a:ext>
            </a:extLst>
          </p:cNvPr>
          <p:cNvSpPr>
            <a:spLocks noGrp="1"/>
          </p:cNvSpPr>
          <p:nvPr>
            <p:ph idx="1"/>
          </p:nvPr>
        </p:nvSpPr>
        <p:spPr/>
        <p:txBody>
          <a:bodyPr/>
          <a:lstStyle/>
          <a:p>
            <a:r>
              <a:rPr lang="en-US" dirty="0"/>
              <a:t>One toggle to </a:t>
            </a:r>
            <a:r>
              <a:rPr lang="en-US" b="1" dirty="0"/>
              <a:t>disable generation</a:t>
            </a:r>
            <a:r>
              <a:rPr lang="en-US" dirty="0"/>
              <a:t> instantly</a:t>
            </a:r>
          </a:p>
          <a:p>
            <a:r>
              <a:rPr lang="en-US" dirty="0"/>
              <a:t>App stays up; return a </a:t>
            </a:r>
            <a:r>
              <a:rPr lang="en-US" b="1" dirty="0"/>
              <a:t>safe fallback</a:t>
            </a:r>
            <a:r>
              <a:rPr lang="en-US" dirty="0"/>
              <a:t> message</a:t>
            </a:r>
          </a:p>
          <a:p>
            <a:r>
              <a:rPr lang="en-US" dirty="0"/>
              <a:t>Flip it for: outage, bad outputs, spike in flags, cost runaway</a:t>
            </a:r>
          </a:p>
          <a:p>
            <a:r>
              <a:rPr lang="en-US" dirty="0"/>
              <a:t>Can be </a:t>
            </a:r>
            <a:r>
              <a:rPr lang="en-US" b="1" dirty="0"/>
              <a:t>manual</a:t>
            </a:r>
            <a:r>
              <a:rPr lang="en-US" dirty="0"/>
              <a:t> (admin button) or </a:t>
            </a:r>
            <a:r>
              <a:rPr lang="en-US" b="1" dirty="0"/>
              <a:t>auto</a:t>
            </a:r>
            <a:r>
              <a:rPr lang="en-US" dirty="0"/>
              <a:t> (thresholds)</a:t>
            </a:r>
          </a:p>
          <a:p>
            <a:r>
              <a:rPr lang="en-US" b="1" dirty="0"/>
              <a:t>Log + alert</a:t>
            </a:r>
            <a:r>
              <a:rPr lang="en-US" dirty="0"/>
              <a:t> when used; review before re-enable</a:t>
            </a:r>
          </a:p>
        </p:txBody>
      </p:sp>
    </p:spTree>
    <p:extLst>
      <p:ext uri="{BB962C8B-B14F-4D97-AF65-F5344CB8AC3E}">
        <p14:creationId xmlns:p14="http://schemas.microsoft.com/office/powerpoint/2010/main" val="1871161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07E1C-27F2-3CC1-CBB7-350F99BB1C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26AE13-0392-034D-3A5F-03E1ACD5587E}"/>
              </a:ext>
            </a:extLst>
          </p:cNvPr>
          <p:cNvSpPr>
            <a:spLocks noGrp="1"/>
          </p:cNvSpPr>
          <p:nvPr>
            <p:ph type="title"/>
          </p:nvPr>
        </p:nvSpPr>
        <p:spPr/>
        <p:txBody>
          <a:bodyPr/>
          <a:lstStyle/>
          <a:p>
            <a:r>
              <a:rPr lang="en-US" dirty="0"/>
              <a:t>Tiny Glossary (know these)</a:t>
            </a:r>
          </a:p>
        </p:txBody>
      </p:sp>
      <p:sp>
        <p:nvSpPr>
          <p:cNvPr id="3" name="Content Placeholder 2">
            <a:extLst>
              <a:ext uri="{FF2B5EF4-FFF2-40B4-BE49-F238E27FC236}">
                <a16:creationId xmlns:a16="http://schemas.microsoft.com/office/drawing/2014/main" id="{DFC64172-23DC-A046-0648-EE89AA2CA6FB}"/>
              </a:ext>
            </a:extLst>
          </p:cNvPr>
          <p:cNvSpPr>
            <a:spLocks noGrp="1"/>
          </p:cNvSpPr>
          <p:nvPr>
            <p:ph idx="1"/>
          </p:nvPr>
        </p:nvSpPr>
        <p:spPr/>
        <p:txBody>
          <a:bodyPr>
            <a:normAutofit/>
          </a:bodyPr>
          <a:lstStyle/>
          <a:p>
            <a:r>
              <a:rPr lang="en-US" sz="2400" b="1" dirty="0"/>
              <a:t>Rate limit (HTTP 429):</a:t>
            </a:r>
            <a:r>
              <a:rPr lang="en-US" sz="2400" dirty="0"/>
              <a:t> You hit provider quotas; pause, then retry.</a:t>
            </a:r>
          </a:p>
          <a:p>
            <a:r>
              <a:rPr lang="en-US" sz="2400" b="1" dirty="0"/>
              <a:t>Timeout:</a:t>
            </a:r>
            <a:r>
              <a:rPr lang="en-US" sz="2400" dirty="0"/>
              <a:t> No reply within your time budget; retry, then fail fast.</a:t>
            </a:r>
          </a:p>
          <a:p>
            <a:r>
              <a:rPr lang="en-US" sz="2400" b="1" dirty="0"/>
              <a:t>Exponential backoff:</a:t>
            </a:r>
            <a:r>
              <a:rPr lang="en-US" sz="2400" dirty="0"/>
              <a:t> Wait a little longer after each failure </a:t>
            </a:r>
            <a:br>
              <a:rPr lang="en-US" sz="2400" dirty="0"/>
            </a:br>
            <a:r>
              <a:rPr lang="en-US" sz="2400" dirty="0"/>
              <a:t>(e.g., 1 s → 2 s → 4 s) before retrying.</a:t>
            </a:r>
          </a:p>
          <a:p>
            <a:r>
              <a:rPr lang="en-US" sz="2400" b="1" dirty="0"/>
              <a:t>Circuit breaker:</a:t>
            </a:r>
            <a:r>
              <a:rPr lang="en-US" sz="2400" dirty="0"/>
              <a:t> Temporarily stop calls after repeated failures; probe occasionally, resume when healthy.</a:t>
            </a:r>
          </a:p>
          <a:p>
            <a:endParaRPr lang="en-US" sz="2400" dirty="0"/>
          </a:p>
        </p:txBody>
      </p:sp>
    </p:spTree>
    <p:extLst>
      <p:ext uri="{BB962C8B-B14F-4D97-AF65-F5344CB8AC3E}">
        <p14:creationId xmlns:p14="http://schemas.microsoft.com/office/powerpoint/2010/main" val="17000539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920A3-5E4D-AC42-9D83-537710BA8875}"/>
              </a:ext>
            </a:extLst>
          </p:cNvPr>
          <p:cNvSpPr>
            <a:spLocks noGrp="1"/>
          </p:cNvSpPr>
          <p:nvPr>
            <p:ph type="title"/>
          </p:nvPr>
        </p:nvSpPr>
        <p:spPr/>
        <p:txBody>
          <a:bodyPr/>
          <a:lstStyle/>
          <a:p>
            <a:r>
              <a:rPr lang="en-US" dirty="0"/>
              <a:t>Case Study</a:t>
            </a:r>
          </a:p>
        </p:txBody>
      </p:sp>
      <p:sp>
        <p:nvSpPr>
          <p:cNvPr id="3" name="Text Placeholder 2">
            <a:extLst>
              <a:ext uri="{FF2B5EF4-FFF2-40B4-BE49-F238E27FC236}">
                <a16:creationId xmlns:a16="http://schemas.microsoft.com/office/drawing/2014/main" id="{FF5AA5C7-04E3-559B-4F1B-8DEE77192303}"/>
              </a:ext>
            </a:extLst>
          </p:cNvPr>
          <p:cNvSpPr>
            <a:spLocks noGrp="1"/>
          </p:cNvSpPr>
          <p:nvPr>
            <p:ph type="body" idx="1"/>
          </p:nvPr>
        </p:nvSpPr>
        <p:spPr/>
        <p:txBody>
          <a:bodyPr/>
          <a:lstStyle/>
          <a:p>
            <a:r>
              <a:rPr lang="en-US" dirty="0"/>
              <a:t>Registration RAG Helper: Choose, Justify, Mitigate</a:t>
            </a:r>
          </a:p>
        </p:txBody>
      </p:sp>
    </p:spTree>
    <p:extLst>
      <p:ext uri="{BB962C8B-B14F-4D97-AF65-F5344CB8AC3E}">
        <p14:creationId xmlns:p14="http://schemas.microsoft.com/office/powerpoint/2010/main" val="9458140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E51BE-D85B-9D66-43B8-0DFE26AD9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14DF34-A53E-CBBE-48BA-C4552A548D06}"/>
              </a:ext>
            </a:extLst>
          </p:cNvPr>
          <p:cNvSpPr>
            <a:spLocks noGrp="1"/>
          </p:cNvSpPr>
          <p:nvPr>
            <p:ph type="title"/>
          </p:nvPr>
        </p:nvSpPr>
        <p:spPr/>
        <p:txBody>
          <a:bodyPr/>
          <a:lstStyle/>
          <a:p>
            <a:r>
              <a:rPr lang="en-US" dirty="0"/>
              <a:t>Registration RAG Helper</a:t>
            </a:r>
          </a:p>
        </p:txBody>
      </p:sp>
      <p:sp>
        <p:nvSpPr>
          <p:cNvPr id="3" name="Content Placeholder 2">
            <a:extLst>
              <a:ext uri="{FF2B5EF4-FFF2-40B4-BE49-F238E27FC236}">
                <a16:creationId xmlns:a16="http://schemas.microsoft.com/office/drawing/2014/main" id="{B4414849-DC57-A3D7-A619-6C54CF060F79}"/>
              </a:ext>
            </a:extLst>
          </p:cNvPr>
          <p:cNvSpPr>
            <a:spLocks noGrp="1"/>
          </p:cNvSpPr>
          <p:nvPr>
            <p:ph idx="1"/>
          </p:nvPr>
        </p:nvSpPr>
        <p:spPr>
          <a:xfrm>
            <a:off x="838200" y="1825625"/>
            <a:ext cx="10515600" cy="4351338"/>
          </a:xfrm>
        </p:spPr>
        <p:txBody>
          <a:bodyPr>
            <a:normAutofit/>
          </a:bodyPr>
          <a:lstStyle/>
          <a:p>
            <a:r>
              <a:rPr lang="en-US" sz="2400" b="1" dirty="0"/>
              <a:t>Goal:</a:t>
            </a:r>
            <a:r>
              <a:rPr lang="en-US" sz="2400" dirty="0"/>
              <a:t> answer course/registration questions from catalog + FAQs</a:t>
            </a:r>
          </a:p>
          <a:p>
            <a:r>
              <a:rPr lang="en-US" sz="2400" b="1" dirty="0"/>
              <a:t>Users:</a:t>
            </a:r>
            <a:r>
              <a:rPr lang="en-US" sz="2400" dirty="0"/>
              <a:t> peak ~30 students, ~2–3 requests/min each</a:t>
            </a:r>
          </a:p>
          <a:p>
            <a:r>
              <a:rPr lang="en-US" sz="2400" b="1" dirty="0"/>
              <a:t>Target:</a:t>
            </a:r>
            <a:r>
              <a:rPr lang="en-US" sz="2400" dirty="0"/>
              <a:t> p95 &lt; 2s during registration window</a:t>
            </a:r>
          </a:p>
          <a:p>
            <a:r>
              <a:rPr lang="en-US" sz="2400" b="1" dirty="0"/>
              <a:t>Data:</a:t>
            </a:r>
            <a:r>
              <a:rPr lang="en-US" sz="2400" dirty="0"/>
              <a:t> public catalog OK; advising notes = private (read-only, minimal PII)</a:t>
            </a:r>
          </a:p>
          <a:p>
            <a:r>
              <a:rPr lang="en-US" sz="2400" b="1" dirty="0"/>
              <a:t>Safety:</a:t>
            </a:r>
            <a:r>
              <a:rPr lang="en-US" sz="2400" dirty="0"/>
              <a:t> moderation gate on all input/output; fail-closed</a:t>
            </a:r>
          </a:p>
          <a:p>
            <a:r>
              <a:rPr lang="en-US" sz="2400" b="1" dirty="0"/>
              <a:t>Resources:</a:t>
            </a:r>
            <a:r>
              <a:rPr lang="en-US" sz="2400" dirty="0"/>
              <a:t> one Mac Studio in Library (Ollama), $100/semester API budget</a:t>
            </a:r>
          </a:p>
          <a:p>
            <a:endParaRPr lang="en-US" sz="2400" dirty="0"/>
          </a:p>
        </p:txBody>
      </p:sp>
    </p:spTree>
    <p:extLst>
      <p:ext uri="{BB962C8B-B14F-4D97-AF65-F5344CB8AC3E}">
        <p14:creationId xmlns:p14="http://schemas.microsoft.com/office/powerpoint/2010/main" val="1751889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22031-C037-AB6F-E34E-7DA6B611F7D9}"/>
              </a:ext>
            </a:extLst>
          </p:cNvPr>
          <p:cNvSpPr>
            <a:spLocks noGrp="1"/>
          </p:cNvSpPr>
          <p:nvPr>
            <p:ph type="title"/>
          </p:nvPr>
        </p:nvSpPr>
        <p:spPr/>
        <p:txBody>
          <a:bodyPr/>
          <a:lstStyle/>
          <a:p>
            <a:r>
              <a:rPr lang="en-US" dirty="0"/>
              <a:t>Choose, Justify, Mitigate (8 min)</a:t>
            </a:r>
          </a:p>
        </p:txBody>
      </p:sp>
      <p:sp>
        <p:nvSpPr>
          <p:cNvPr id="3" name="Content Placeholder 2">
            <a:extLst>
              <a:ext uri="{FF2B5EF4-FFF2-40B4-BE49-F238E27FC236}">
                <a16:creationId xmlns:a16="http://schemas.microsoft.com/office/drawing/2014/main" id="{B2DA153C-A31F-00ED-E1FB-377FE1174CD8}"/>
              </a:ext>
            </a:extLst>
          </p:cNvPr>
          <p:cNvSpPr>
            <a:spLocks noGrp="1"/>
          </p:cNvSpPr>
          <p:nvPr>
            <p:ph idx="1"/>
          </p:nvPr>
        </p:nvSpPr>
        <p:spPr>
          <a:xfrm>
            <a:off x="838200" y="1825625"/>
            <a:ext cx="10880188" cy="4351338"/>
          </a:xfrm>
        </p:spPr>
        <p:txBody>
          <a:bodyPr>
            <a:normAutofit/>
          </a:bodyPr>
          <a:lstStyle/>
          <a:p>
            <a:r>
              <a:rPr lang="en-US" dirty="0"/>
              <a:t>Pick one: </a:t>
            </a:r>
            <a:r>
              <a:rPr lang="en-US" b="1" dirty="0"/>
              <a:t>Local / Managed / Hybrid</a:t>
            </a:r>
            <a:endParaRPr lang="en-US" dirty="0"/>
          </a:p>
          <a:p>
            <a:pPr lvl="1"/>
            <a:r>
              <a:rPr lang="en-US" dirty="0"/>
              <a:t>Give 3 bullets to justify: </a:t>
            </a:r>
            <a:br>
              <a:rPr lang="en-US" dirty="0"/>
            </a:br>
            <a:r>
              <a:rPr lang="en-US" dirty="0"/>
              <a:t>1-capability, 2-latency/cost, 3-privacy/compliance</a:t>
            </a:r>
          </a:p>
          <a:p>
            <a:r>
              <a:rPr lang="en-US" dirty="0"/>
              <a:t>Name 1 risk + 1 mitigation</a:t>
            </a:r>
          </a:p>
          <a:p>
            <a:r>
              <a:rPr lang="en-US" dirty="0"/>
              <a:t>Sketch the </a:t>
            </a:r>
            <a:r>
              <a:rPr lang="en-US" b="1" dirty="0"/>
              <a:t>safety pipeline</a:t>
            </a:r>
            <a:r>
              <a:rPr lang="en-US" dirty="0"/>
              <a:t> </a:t>
            </a:r>
          </a:p>
          <a:p>
            <a:pPr lvl="1"/>
            <a:r>
              <a:rPr lang="en-US" dirty="0"/>
              <a:t>Input → pre-screen → moderation → generation → output check</a:t>
            </a:r>
          </a:p>
          <a:p>
            <a:r>
              <a:rPr lang="en-US" dirty="0"/>
              <a:t>If provider slows/outages or limits hit: what’s your </a:t>
            </a:r>
            <a:r>
              <a:rPr lang="en-US" b="1" dirty="0"/>
              <a:t>fallback</a:t>
            </a:r>
            <a:r>
              <a:rPr lang="en-US" dirty="0"/>
              <a:t>? </a:t>
            </a:r>
          </a:p>
          <a:p>
            <a:pPr lvl="1"/>
            <a:r>
              <a:rPr lang="en-US" dirty="0"/>
              <a:t>Adapter? Circuit breaker? Cache?</a:t>
            </a:r>
          </a:p>
          <a:p>
            <a:endParaRPr lang="en-US" dirty="0"/>
          </a:p>
        </p:txBody>
      </p:sp>
    </p:spTree>
    <p:extLst>
      <p:ext uri="{BB962C8B-B14F-4D97-AF65-F5344CB8AC3E}">
        <p14:creationId xmlns:p14="http://schemas.microsoft.com/office/powerpoint/2010/main" val="35902749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C7D3C-26A8-C559-291F-E803E4D6D90B}"/>
              </a:ext>
            </a:extLst>
          </p:cNvPr>
          <p:cNvSpPr>
            <a:spLocks noGrp="1"/>
          </p:cNvSpPr>
          <p:nvPr>
            <p:ph type="title"/>
          </p:nvPr>
        </p:nvSpPr>
        <p:spPr/>
        <p:txBody>
          <a:bodyPr/>
          <a:lstStyle/>
          <a:p>
            <a:r>
              <a:rPr lang="en-US" dirty="0"/>
              <a:t>Conclusion</a:t>
            </a:r>
          </a:p>
        </p:txBody>
      </p:sp>
      <p:sp>
        <p:nvSpPr>
          <p:cNvPr id="3" name="Text Placeholder 2">
            <a:extLst>
              <a:ext uri="{FF2B5EF4-FFF2-40B4-BE49-F238E27FC236}">
                <a16:creationId xmlns:a16="http://schemas.microsoft.com/office/drawing/2014/main" id="{D90010ED-60D0-2164-6AF5-60B0EDE1B0BD}"/>
              </a:ext>
            </a:extLst>
          </p:cNvPr>
          <p:cNvSpPr>
            <a:spLocks noGrp="1"/>
          </p:cNvSpPr>
          <p:nvPr>
            <p:ph type="body" idx="1"/>
          </p:nvPr>
        </p:nvSpPr>
        <p:spPr/>
        <p:txBody>
          <a:bodyPr/>
          <a:lstStyle/>
          <a:p>
            <a:r>
              <a:rPr lang="en-US" dirty="0"/>
              <a:t>Go/no-go checklist. Exit Ticket.</a:t>
            </a:r>
          </a:p>
        </p:txBody>
      </p:sp>
    </p:spTree>
    <p:extLst>
      <p:ext uri="{BB962C8B-B14F-4D97-AF65-F5344CB8AC3E}">
        <p14:creationId xmlns:p14="http://schemas.microsoft.com/office/powerpoint/2010/main" val="11690484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26B01-27E9-3536-405A-BA83BADE4D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A733FC-8017-0D62-F9AE-75532B785AA6}"/>
              </a:ext>
            </a:extLst>
          </p:cNvPr>
          <p:cNvSpPr>
            <a:spLocks noGrp="1"/>
          </p:cNvSpPr>
          <p:nvPr>
            <p:ph type="title"/>
          </p:nvPr>
        </p:nvSpPr>
        <p:spPr/>
        <p:txBody>
          <a:bodyPr/>
          <a:lstStyle/>
          <a:p>
            <a:r>
              <a:rPr lang="en-US" dirty="0"/>
              <a:t>Go/No-Go Checklist</a:t>
            </a:r>
          </a:p>
        </p:txBody>
      </p:sp>
      <p:sp>
        <p:nvSpPr>
          <p:cNvPr id="3" name="Content Placeholder 2">
            <a:extLst>
              <a:ext uri="{FF2B5EF4-FFF2-40B4-BE49-F238E27FC236}">
                <a16:creationId xmlns:a16="http://schemas.microsoft.com/office/drawing/2014/main" id="{174EEF2C-AE5C-220C-11B1-211762BB2C2A}"/>
              </a:ext>
            </a:extLst>
          </p:cNvPr>
          <p:cNvSpPr>
            <a:spLocks noGrp="1"/>
          </p:cNvSpPr>
          <p:nvPr>
            <p:ph idx="1"/>
          </p:nvPr>
        </p:nvSpPr>
        <p:spPr/>
        <p:txBody>
          <a:bodyPr/>
          <a:lstStyle/>
          <a:p>
            <a:r>
              <a:rPr lang="en-US" dirty="0"/>
              <a:t>Safety gate in place (input + output)</a:t>
            </a:r>
          </a:p>
          <a:p>
            <a:r>
              <a:rPr lang="en-US" dirty="0"/>
              <a:t>Privacy basics (PII redaction; read-only DB)</a:t>
            </a:r>
          </a:p>
          <a:p>
            <a:r>
              <a:rPr lang="en-US" dirty="0"/>
              <a:t>Targets set: p95 latency, $/day budget</a:t>
            </a:r>
          </a:p>
          <a:p>
            <a:r>
              <a:rPr lang="en-US" dirty="0"/>
              <a:t>Rate-limit plan (backoff) + circuit breaker</a:t>
            </a:r>
          </a:p>
          <a:p>
            <a:r>
              <a:rPr lang="en-US" dirty="0"/>
              <a:t>Monitoring on (errors, flagged %, p95)</a:t>
            </a:r>
          </a:p>
          <a:p>
            <a:r>
              <a:rPr lang="en-US" dirty="0"/>
              <a:t>Rollback ready (model pinned, provider switch)</a:t>
            </a:r>
          </a:p>
          <a:p>
            <a:endParaRPr lang="en-US" dirty="0"/>
          </a:p>
        </p:txBody>
      </p:sp>
    </p:spTree>
    <p:extLst>
      <p:ext uri="{BB962C8B-B14F-4D97-AF65-F5344CB8AC3E}">
        <p14:creationId xmlns:p14="http://schemas.microsoft.com/office/powerpoint/2010/main" val="3565970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A605A-0B16-D75D-3A7C-8CBD55C54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DF21D0-0D22-C10A-638A-52CF78F9DC0E}"/>
              </a:ext>
            </a:extLst>
          </p:cNvPr>
          <p:cNvSpPr>
            <a:spLocks noGrp="1"/>
          </p:cNvSpPr>
          <p:nvPr>
            <p:ph type="title"/>
          </p:nvPr>
        </p:nvSpPr>
        <p:spPr/>
        <p:txBody>
          <a:bodyPr/>
          <a:lstStyle/>
          <a:p>
            <a:r>
              <a:rPr lang="en-US" dirty="0"/>
              <a:t>What you ship next</a:t>
            </a:r>
          </a:p>
        </p:txBody>
      </p:sp>
      <p:sp>
        <p:nvSpPr>
          <p:cNvPr id="3" name="Content Placeholder 2">
            <a:extLst>
              <a:ext uri="{FF2B5EF4-FFF2-40B4-BE49-F238E27FC236}">
                <a16:creationId xmlns:a16="http://schemas.microsoft.com/office/drawing/2014/main" id="{1DA64DAE-7FE5-10FA-6332-1279F1117C6C}"/>
              </a:ext>
            </a:extLst>
          </p:cNvPr>
          <p:cNvSpPr>
            <a:spLocks noGrp="1"/>
          </p:cNvSpPr>
          <p:nvPr>
            <p:ph idx="1"/>
          </p:nvPr>
        </p:nvSpPr>
        <p:spPr/>
        <p:txBody>
          <a:bodyPr/>
          <a:lstStyle/>
          <a:p>
            <a:r>
              <a:rPr lang="en-US" dirty="0"/>
              <a:t>State your choice: local / managed / hybrid</a:t>
            </a:r>
          </a:p>
          <a:p>
            <a:r>
              <a:rPr lang="en-US" dirty="0"/>
              <a:t>Name 1 risk + 1 mitigation</a:t>
            </a:r>
          </a:p>
          <a:p>
            <a:r>
              <a:rPr lang="en-US" dirty="0"/>
              <a:t>Tiny test set passes (10 prompts)</a:t>
            </a:r>
          </a:p>
          <a:p>
            <a:r>
              <a:rPr lang="en-US" dirty="0"/>
              <a:t>Canary to a small %; watch metrics</a:t>
            </a:r>
          </a:p>
          <a:p>
            <a:r>
              <a:rPr lang="en-US" dirty="0"/>
              <a:t>Fallback if provider fails (safe message or local)</a:t>
            </a:r>
          </a:p>
        </p:txBody>
      </p:sp>
    </p:spTree>
    <p:extLst>
      <p:ext uri="{BB962C8B-B14F-4D97-AF65-F5344CB8AC3E}">
        <p14:creationId xmlns:p14="http://schemas.microsoft.com/office/powerpoint/2010/main" val="1414404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6B53E-1BD8-F03B-B5BF-1AD0C9E44E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C84798-8448-982E-901A-4D42E8799918}"/>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BF7114CE-64A8-C992-5A70-64B9972B208C}"/>
              </a:ext>
            </a:extLst>
          </p:cNvPr>
          <p:cNvSpPr>
            <a:spLocks noGrp="1"/>
          </p:cNvSpPr>
          <p:nvPr>
            <p:ph idx="1"/>
          </p:nvPr>
        </p:nvSpPr>
        <p:spPr/>
        <p:txBody>
          <a:bodyPr>
            <a:normAutofit/>
          </a:bodyPr>
          <a:lstStyle/>
          <a:p>
            <a:pPr marL="0" indent="0" algn="ctr">
              <a:buNone/>
            </a:pPr>
            <a:r>
              <a:rPr lang="en-US" sz="4000" dirty="0"/>
              <a:t>“Given our app, </a:t>
            </a:r>
          </a:p>
          <a:p>
            <a:pPr marL="0" indent="0" algn="ctr">
              <a:buNone/>
            </a:pPr>
            <a:r>
              <a:rPr lang="en-US" sz="4000" dirty="0"/>
              <a:t>we’ll deploy </a:t>
            </a:r>
            <a:r>
              <a:rPr lang="en-US" sz="4000" b="1" dirty="0"/>
              <a:t>[choice]</a:t>
            </a:r>
            <a:r>
              <a:rPr lang="en-US" sz="4000" dirty="0"/>
              <a:t> because </a:t>
            </a:r>
            <a:r>
              <a:rPr lang="en-US" sz="4000" b="1" dirty="0"/>
              <a:t>[reason]</a:t>
            </a:r>
            <a:r>
              <a:rPr lang="en-US" sz="4000" dirty="0"/>
              <a:t>; </a:t>
            </a:r>
          </a:p>
          <a:p>
            <a:pPr marL="0" indent="0" algn="ctr">
              <a:buNone/>
            </a:pPr>
            <a:r>
              <a:rPr lang="en-US" sz="4000" dirty="0"/>
              <a:t>main risk is </a:t>
            </a:r>
            <a:r>
              <a:rPr lang="en-US" sz="4000" b="1" dirty="0"/>
              <a:t>[X]</a:t>
            </a:r>
            <a:r>
              <a:rPr lang="en-US" sz="4000" dirty="0"/>
              <a:t>, mitigated by </a:t>
            </a:r>
            <a:r>
              <a:rPr lang="en-US" sz="4000" b="1" dirty="0"/>
              <a:t>[Y]</a:t>
            </a:r>
            <a:r>
              <a:rPr lang="en-US" sz="4000" dirty="0"/>
              <a:t>.”</a:t>
            </a:r>
          </a:p>
        </p:txBody>
      </p:sp>
    </p:spTree>
    <p:extLst>
      <p:ext uri="{BB962C8B-B14F-4D97-AF65-F5344CB8AC3E}">
        <p14:creationId xmlns:p14="http://schemas.microsoft.com/office/powerpoint/2010/main" val="3361486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TotalTime>
  <Words>1879</Words>
  <Application>Microsoft Macintosh PowerPoint</Application>
  <PresentationFormat>Widescreen</PresentationFormat>
  <Paragraphs>230</Paragraphs>
  <Slides>36</Slides>
  <Notes>14</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Aptos</vt:lpstr>
      <vt:lpstr>Aptos Display</vt:lpstr>
      <vt:lpstr>Arial</vt:lpstr>
      <vt:lpstr>Office Theme</vt:lpstr>
      <vt:lpstr>Ship It Safely Choosing and Justifying Your LLM Deployment</vt:lpstr>
      <vt:lpstr>Announcements</vt:lpstr>
      <vt:lpstr>Calendar</vt:lpstr>
      <vt:lpstr>The Plan</vt:lpstr>
      <vt:lpstr>Framing the Goal</vt:lpstr>
      <vt:lpstr>“Measure Twice, Cut Once”</vt:lpstr>
      <vt:lpstr>The Deployment Menu</vt:lpstr>
      <vt:lpstr>Local (self-hosted)</vt:lpstr>
      <vt:lpstr>Managed (hosted)</vt:lpstr>
      <vt:lpstr>Hybrid (mix) + Not a binary</vt:lpstr>
      <vt:lpstr>Endpoints in Plain English</vt:lpstr>
      <vt:lpstr>Endpoints in Plain English</vt:lpstr>
      <vt:lpstr>Same App, Different Door</vt:lpstr>
      <vt:lpstr>How Swaps Work</vt:lpstr>
      <vt:lpstr>Canary</vt:lpstr>
      <vt:lpstr>Safety as a Hard Gate</vt:lpstr>
      <vt:lpstr>Pipeline (Fail-Closed)</vt:lpstr>
      <vt:lpstr>Pre-screen Everything</vt:lpstr>
      <vt:lpstr>Handling and Metrics</vt:lpstr>
      <vt:lpstr>Backup: Policy Testing (Staging vs Prod)</vt:lpstr>
      <vt:lpstr>Backup: Release/Rollback Controls</vt:lpstr>
      <vt:lpstr>Performance/Cost on a Napkin</vt:lpstr>
      <vt:lpstr>Tokens → Cost (back-of-envelope)</vt:lpstr>
      <vt:lpstr>Latency and Throughput</vt:lpstr>
      <vt:lpstr>Reliability Playbook</vt:lpstr>
      <vt:lpstr>Handling Failure</vt:lpstr>
      <vt:lpstr>Pin and Rollback</vt:lpstr>
      <vt:lpstr>Kill Switch</vt:lpstr>
      <vt:lpstr>Tiny Glossary (know these)</vt:lpstr>
      <vt:lpstr>Case Study</vt:lpstr>
      <vt:lpstr>Registration RAG Helper</vt:lpstr>
      <vt:lpstr>Choose, Justify, Mitigate (8 min)</vt:lpstr>
      <vt:lpstr>Conclusion</vt:lpstr>
      <vt:lpstr>Go/No-Go Checklist</vt:lpstr>
      <vt:lpstr>What you ship next</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E. Allen</dc:creator>
  <cp:lastModifiedBy>Thomas E. Allen</cp:lastModifiedBy>
  <cp:revision>1</cp:revision>
  <dcterms:created xsi:type="dcterms:W3CDTF">2025-11-10T13:33:19Z</dcterms:created>
  <dcterms:modified xsi:type="dcterms:W3CDTF">2025-11-10T16:42:33Z</dcterms:modified>
</cp:coreProperties>
</file>