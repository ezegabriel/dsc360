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309" r:id="rId5"/>
    <p:sldId id="257" r:id="rId6"/>
    <p:sldId id="310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6" r:id="rId16"/>
    <p:sldId id="305" r:id="rId17"/>
    <p:sldId id="307" r:id="rId18"/>
    <p:sldId id="30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1FCD2-40D3-4546-BC51-3003487EDD77}" v="473" dt="2025-11-17T16:53:29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68"/>
    <p:restoredTop sz="78592"/>
  </p:normalViewPr>
  <p:slideViewPr>
    <p:cSldViewPr snapToGrid="0">
      <p:cViewPr varScale="1">
        <p:scale>
          <a:sx n="88" d="100"/>
          <a:sy n="88" d="100"/>
        </p:scale>
        <p:origin x="389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redo custSel addSld delSld modSld sldOrd">
      <pc:chgData name="Thomas E. Allen" userId="fac1e450-38fb-4bf3-b565-8fec8795d0e7" providerId="ADAL" clId="{7E3A5CB4-CCF8-5D69-894C-14E127D6541A}" dt="2025-11-17T16:53:29.251" v="2854" actId="20577"/>
      <pc:docMkLst>
        <pc:docMk/>
      </pc:docMkLst>
      <pc:sldChg chg="addSp delSp modSp mod modMedia setBg addAnim delAnim modAnim setClrOvrMap">
        <pc:chgData name="Thomas E. Allen" userId="fac1e450-38fb-4bf3-b565-8fec8795d0e7" providerId="ADAL" clId="{7E3A5CB4-CCF8-5D69-894C-14E127D6541A}" dt="2025-11-17T16:53:29.251" v="2854" actId="20577"/>
        <pc:sldMkLst>
          <pc:docMk/>
          <pc:sldMk cId="2954957027" sldId="256"/>
        </pc:sldMkLst>
        <pc:spChg chg="mod">
          <ac:chgData name="Thomas E. Allen" userId="fac1e450-38fb-4bf3-b565-8fec8795d0e7" providerId="ADAL" clId="{7E3A5CB4-CCF8-5D69-894C-14E127D6541A}" dt="2025-11-17T15:19:43.655" v="2674" actId="20577"/>
          <ac:spMkLst>
            <pc:docMk/>
            <pc:sldMk cId="2954957027" sldId="256"/>
            <ac:spMk id="2" creationId="{5DACE76F-2756-D09A-BFB3-2DCC5F6D5E52}"/>
          </ac:spMkLst>
        </pc:spChg>
        <pc:spChg chg="mod">
          <ac:chgData name="Thomas E. Allen" userId="fac1e450-38fb-4bf3-b565-8fec8795d0e7" providerId="ADAL" clId="{7E3A5CB4-CCF8-5D69-894C-14E127D6541A}" dt="2025-11-17T16:53:29.251" v="2854" actId="20577"/>
          <ac:spMkLst>
            <pc:docMk/>
            <pc:sldMk cId="2954957027" sldId="256"/>
            <ac:spMk id="3" creationId="{EAB807B2-0229-B880-81E2-1D888F6D94F8}"/>
          </ac:spMkLst>
        </pc:spChg>
        <pc:spChg chg="add del">
          <ac:chgData name="Thomas E. Allen" userId="fac1e450-38fb-4bf3-b565-8fec8795d0e7" providerId="ADAL" clId="{7E3A5CB4-CCF8-5D69-894C-14E127D6541A}" dt="2025-11-17T13:23:20.048" v="238" actId="26606"/>
          <ac:spMkLst>
            <pc:docMk/>
            <pc:sldMk cId="2954957027" sldId="256"/>
            <ac:spMk id="9" creationId="{6F828D28-8E09-41CC-8229-3070B5467A96}"/>
          </ac:spMkLst>
        </pc:spChg>
        <pc:spChg chg="add del">
          <ac:chgData name="Thomas E. Allen" userId="fac1e450-38fb-4bf3-b565-8fec8795d0e7" providerId="ADAL" clId="{7E3A5CB4-CCF8-5D69-894C-14E127D6541A}" dt="2025-11-17T13:23:20.048" v="238" actId="26606"/>
          <ac:spMkLst>
            <pc:docMk/>
            <pc:sldMk cId="2954957027" sldId="256"/>
            <ac:spMk id="11" creationId="{D5B012D8-7F27-4758-9AC6-C889B154BD73}"/>
          </ac:spMkLst>
        </pc:spChg>
        <pc:spChg chg="add del">
          <ac:chgData name="Thomas E. Allen" userId="fac1e450-38fb-4bf3-b565-8fec8795d0e7" providerId="ADAL" clId="{7E3A5CB4-CCF8-5D69-894C-14E127D6541A}" dt="2025-11-17T13:23:20.048" v="238" actId="26606"/>
          <ac:spMkLst>
            <pc:docMk/>
            <pc:sldMk cId="2954957027" sldId="256"/>
            <ac:spMk id="13" creationId="{4063B759-00FC-46D1-9898-8E8625268FAF}"/>
          </ac:spMkLst>
        </pc:spChg>
        <pc:spChg chg="add del">
          <ac:chgData name="Thomas E. Allen" userId="fac1e450-38fb-4bf3-b565-8fec8795d0e7" providerId="ADAL" clId="{7E3A5CB4-CCF8-5D69-894C-14E127D6541A}" dt="2025-11-17T13:23:25.099" v="242" actId="26606"/>
          <ac:spMkLst>
            <pc:docMk/>
            <pc:sldMk cId="2954957027" sldId="256"/>
            <ac:spMk id="15" creationId="{71B2258F-86CA-4D4D-8270-BC05FCDEBFB3}"/>
          </ac:spMkLst>
        </pc:spChg>
        <pc:spChg chg="add del">
          <ac:chgData name="Thomas E. Allen" userId="fac1e450-38fb-4bf3-b565-8fec8795d0e7" providerId="ADAL" clId="{7E3A5CB4-CCF8-5D69-894C-14E127D6541A}" dt="2025-11-17T13:23:26.277" v="244" actId="26606"/>
          <ac:spMkLst>
            <pc:docMk/>
            <pc:sldMk cId="2954957027" sldId="256"/>
            <ac:spMk id="19" creationId="{EB0222B5-B739-82A9-5CCC-C5585AE12A69}"/>
          </ac:spMkLst>
        </pc:spChg>
        <pc:spChg chg="add del">
          <ac:chgData name="Thomas E. Allen" userId="fac1e450-38fb-4bf3-b565-8fec8795d0e7" providerId="ADAL" clId="{7E3A5CB4-CCF8-5D69-894C-14E127D6541A}" dt="2025-11-17T13:23:26.277" v="244" actId="26606"/>
          <ac:spMkLst>
            <pc:docMk/>
            <pc:sldMk cId="2954957027" sldId="256"/>
            <ac:spMk id="20" creationId="{5BE23E75-E7E9-4D9F-6D25-5512363F8621}"/>
          </ac:spMkLst>
        </pc:spChg>
        <pc:spChg chg="add del">
          <ac:chgData name="Thomas E. Allen" userId="fac1e450-38fb-4bf3-b565-8fec8795d0e7" providerId="ADAL" clId="{7E3A5CB4-CCF8-5D69-894C-14E127D6541A}" dt="2025-11-17T13:23:27.339" v="248" actId="26606"/>
          <ac:spMkLst>
            <pc:docMk/>
            <pc:sldMk cId="2954957027" sldId="256"/>
            <ac:spMk id="23" creationId="{71B2258F-86CA-4D4D-8270-BC05FCDEBFB3}"/>
          </ac:spMkLst>
        </pc:spChg>
        <pc:spChg chg="add del">
          <ac:chgData name="Thomas E. Allen" userId="fac1e450-38fb-4bf3-b565-8fec8795d0e7" providerId="ADAL" clId="{7E3A5CB4-CCF8-5D69-894C-14E127D6541A}" dt="2025-11-17T13:23:33.902" v="250" actId="26606"/>
          <ac:spMkLst>
            <pc:docMk/>
            <pc:sldMk cId="2954957027" sldId="256"/>
            <ac:spMk id="27" creationId="{EB0222B5-B739-82A9-5CCC-C5585AE12A69}"/>
          </ac:spMkLst>
        </pc:spChg>
        <pc:spChg chg="add del">
          <ac:chgData name="Thomas E. Allen" userId="fac1e450-38fb-4bf3-b565-8fec8795d0e7" providerId="ADAL" clId="{7E3A5CB4-CCF8-5D69-894C-14E127D6541A}" dt="2025-11-17T13:23:33.902" v="250" actId="26606"/>
          <ac:spMkLst>
            <pc:docMk/>
            <pc:sldMk cId="2954957027" sldId="256"/>
            <ac:spMk id="28" creationId="{5BE23E75-E7E9-4D9F-6D25-5512363F8621}"/>
          </ac:spMkLst>
        </pc:spChg>
        <pc:spChg chg="add del">
          <ac:chgData name="Thomas E. Allen" userId="fac1e450-38fb-4bf3-b565-8fec8795d0e7" providerId="ADAL" clId="{7E3A5CB4-CCF8-5D69-894C-14E127D6541A}" dt="2025-11-17T13:23:48.426" v="254" actId="26606"/>
          <ac:spMkLst>
            <pc:docMk/>
            <pc:sldMk cId="2954957027" sldId="256"/>
            <ac:spMk id="31" creationId="{71B2258F-86CA-4D4D-8270-BC05FCDEBFB3}"/>
          </ac:spMkLst>
        </pc:spChg>
        <pc:picChg chg="add del mod">
          <ac:chgData name="Thomas E. Allen" userId="fac1e450-38fb-4bf3-b565-8fec8795d0e7" providerId="ADAL" clId="{7E3A5CB4-CCF8-5D69-894C-14E127D6541A}" dt="2025-11-17T13:23:20.048" v="238" actId="26606"/>
          <ac:picMkLst>
            <pc:docMk/>
            <pc:sldMk cId="2954957027" sldId="256"/>
            <ac:picMk id="5" creationId="{935EA92B-DE36-6F5A-FB10-E57934E04AB2}"/>
          </ac:picMkLst>
        </pc:picChg>
        <pc:picChg chg="add del">
          <ac:chgData name="Thomas E. Allen" userId="fac1e450-38fb-4bf3-b565-8fec8795d0e7" providerId="ADAL" clId="{7E3A5CB4-CCF8-5D69-894C-14E127D6541A}" dt="2025-11-17T13:23:25.099" v="242" actId="26606"/>
          <ac:picMkLst>
            <pc:docMk/>
            <pc:sldMk cId="2954957027" sldId="256"/>
            <ac:picMk id="16" creationId="{C7471DFA-9911-2076-458C-EE37EE538985}"/>
          </ac:picMkLst>
        </pc:picChg>
        <pc:picChg chg="add del">
          <ac:chgData name="Thomas E. Allen" userId="fac1e450-38fb-4bf3-b565-8fec8795d0e7" providerId="ADAL" clId="{7E3A5CB4-CCF8-5D69-894C-14E127D6541A}" dt="2025-11-17T13:23:26.277" v="244" actId="26606"/>
          <ac:picMkLst>
            <pc:docMk/>
            <pc:sldMk cId="2954957027" sldId="256"/>
            <ac:picMk id="18" creationId="{1C8A0DD6-3782-3C4D-5B67-ADE94879D934}"/>
          </ac:picMkLst>
        </pc:picChg>
        <pc:picChg chg="add del">
          <ac:chgData name="Thomas E. Allen" userId="fac1e450-38fb-4bf3-b565-8fec8795d0e7" providerId="ADAL" clId="{7E3A5CB4-CCF8-5D69-894C-14E127D6541A}" dt="2025-11-17T13:23:27.339" v="248" actId="26606"/>
          <ac:picMkLst>
            <pc:docMk/>
            <pc:sldMk cId="2954957027" sldId="256"/>
            <ac:picMk id="24" creationId="{C7471DFA-9911-2076-458C-EE37EE538985}"/>
          </ac:picMkLst>
        </pc:picChg>
        <pc:picChg chg="add del">
          <ac:chgData name="Thomas E. Allen" userId="fac1e450-38fb-4bf3-b565-8fec8795d0e7" providerId="ADAL" clId="{7E3A5CB4-CCF8-5D69-894C-14E127D6541A}" dt="2025-11-17T13:23:33.902" v="250" actId="26606"/>
          <ac:picMkLst>
            <pc:docMk/>
            <pc:sldMk cId="2954957027" sldId="256"/>
            <ac:picMk id="26" creationId="{1C8A0DD6-3782-3C4D-5B67-ADE94879D934}"/>
          </ac:picMkLst>
        </pc:picChg>
        <pc:picChg chg="add del">
          <ac:chgData name="Thomas E. Allen" userId="fac1e450-38fb-4bf3-b565-8fec8795d0e7" providerId="ADAL" clId="{7E3A5CB4-CCF8-5D69-894C-14E127D6541A}" dt="2025-11-17T13:23:48.426" v="254" actId="26606"/>
          <ac:picMkLst>
            <pc:docMk/>
            <pc:sldMk cId="2954957027" sldId="256"/>
            <ac:picMk id="32" creationId="{C7471DFA-9911-2076-458C-EE37EE538985}"/>
          </ac:picMkLst>
        </pc:picChg>
        <pc:cxnChg chg="add del">
          <ac:chgData name="Thomas E. Allen" userId="fac1e450-38fb-4bf3-b565-8fec8795d0e7" providerId="ADAL" clId="{7E3A5CB4-CCF8-5D69-894C-14E127D6541A}" dt="2025-11-17T13:23:26.277" v="244" actId="26606"/>
          <ac:cxnSpMkLst>
            <pc:docMk/>
            <pc:sldMk cId="2954957027" sldId="256"/>
            <ac:cxnSpMk id="21" creationId="{61B115DB-65EB-3FC3-7284-CFDF4ADC60B6}"/>
          </ac:cxnSpMkLst>
        </pc:cxnChg>
        <pc:cxnChg chg="add del">
          <ac:chgData name="Thomas E. Allen" userId="fac1e450-38fb-4bf3-b565-8fec8795d0e7" providerId="ADAL" clId="{7E3A5CB4-CCF8-5D69-894C-14E127D6541A}" dt="2025-11-17T13:23:33.902" v="250" actId="26606"/>
          <ac:cxnSpMkLst>
            <pc:docMk/>
            <pc:sldMk cId="2954957027" sldId="256"/>
            <ac:cxnSpMk id="29" creationId="{61B115DB-65EB-3FC3-7284-CFDF4ADC60B6}"/>
          </ac:cxnSpMkLst>
        </pc:cxnChg>
      </pc:sldChg>
      <pc:sldChg chg="addSp delSp modSp add del mod modNotesTx">
        <pc:chgData name="Thomas E. Allen" userId="fac1e450-38fb-4bf3-b565-8fec8795d0e7" providerId="ADAL" clId="{7E3A5CB4-CCF8-5D69-894C-14E127D6541A}" dt="2025-11-17T16:53:11.299" v="2833" actId="20577"/>
        <pc:sldMkLst>
          <pc:docMk/>
          <pc:sldMk cId="1330142954" sldId="257"/>
        </pc:sldMkLst>
        <pc:spChg chg="mod">
          <ac:chgData name="Thomas E. Allen" userId="fac1e450-38fb-4bf3-b565-8fec8795d0e7" providerId="ADAL" clId="{7E3A5CB4-CCF8-5D69-894C-14E127D6541A}" dt="2025-11-17T16:53:11.299" v="2833" actId="20577"/>
          <ac:spMkLst>
            <pc:docMk/>
            <pc:sldMk cId="1330142954" sldId="257"/>
            <ac:spMk id="3" creationId="{CEC9B470-2149-4600-F44C-DC8C9662AC32}"/>
          </ac:spMkLst>
        </pc:spChg>
        <pc:spChg chg="add del">
          <ac:chgData name="Thomas E. Allen" userId="fac1e450-38fb-4bf3-b565-8fec8795d0e7" providerId="ADAL" clId="{7E3A5CB4-CCF8-5D69-894C-14E127D6541A}" dt="2025-11-17T14:35:27.133" v="2302" actId="22"/>
          <ac:spMkLst>
            <pc:docMk/>
            <pc:sldMk cId="1330142954" sldId="257"/>
            <ac:spMk id="5" creationId="{C651D51A-A4F8-EB98-94F9-388BC5AA8B38}"/>
          </ac:spMkLst>
        </pc:spChg>
        <pc:spChg chg="add del">
          <ac:chgData name="Thomas E. Allen" userId="fac1e450-38fb-4bf3-b565-8fec8795d0e7" providerId="ADAL" clId="{7E3A5CB4-CCF8-5D69-894C-14E127D6541A}" dt="2025-11-17T14:35:29.664" v="2304" actId="22"/>
          <ac:spMkLst>
            <pc:docMk/>
            <pc:sldMk cId="1330142954" sldId="257"/>
            <ac:spMk id="7" creationId="{5EE4DBAA-B1D0-0C5F-C582-CC072A95AF36}"/>
          </ac:spMkLst>
        </pc:spChg>
      </pc:sldChg>
      <pc:sldChg chg="modSp del mod">
        <pc:chgData name="Thomas E. Allen" userId="fac1e450-38fb-4bf3-b565-8fec8795d0e7" providerId="ADAL" clId="{7E3A5CB4-CCF8-5D69-894C-14E127D6541A}" dt="2025-11-17T14:04:42.069" v="1757" actId="2696"/>
        <pc:sldMkLst>
          <pc:docMk/>
          <pc:sldMk cId="153571737" sldId="258"/>
        </pc:sldMkLst>
        <pc:spChg chg="mod">
          <ac:chgData name="Thomas E. Allen" userId="fac1e450-38fb-4bf3-b565-8fec8795d0e7" providerId="ADAL" clId="{7E3A5CB4-CCF8-5D69-894C-14E127D6541A}" dt="2025-11-17T13:31:46.747" v="1030" actId="20577"/>
          <ac:spMkLst>
            <pc:docMk/>
            <pc:sldMk cId="153571737" sldId="258"/>
            <ac:spMk id="2" creationId="{535B0567-DF79-130D-A373-53A2D92E1D98}"/>
          </ac:spMkLst>
        </pc:spChg>
        <pc:spChg chg="mod">
          <ac:chgData name="Thomas E. Allen" userId="fac1e450-38fb-4bf3-b565-8fec8795d0e7" providerId="ADAL" clId="{7E3A5CB4-CCF8-5D69-894C-14E127D6541A}" dt="2025-11-17T13:31:46.119" v="1029" actId="20577"/>
          <ac:spMkLst>
            <pc:docMk/>
            <pc:sldMk cId="153571737" sldId="258"/>
            <ac:spMk id="3" creationId="{5DD30DD1-AABD-6FEB-412F-03F85BE03DD0}"/>
          </ac:spMkLst>
        </pc:spChg>
      </pc:sldChg>
      <pc:sldChg chg="del">
        <pc:chgData name="Thomas E. Allen" userId="fac1e450-38fb-4bf3-b565-8fec8795d0e7" providerId="ADAL" clId="{7E3A5CB4-CCF8-5D69-894C-14E127D6541A}" dt="2025-11-17T14:04:42.083" v="1759" actId="2696"/>
        <pc:sldMkLst>
          <pc:docMk/>
          <pc:sldMk cId="3773066724" sldId="259"/>
        </pc:sldMkLst>
      </pc:sldChg>
      <pc:sldChg chg="del">
        <pc:chgData name="Thomas E. Allen" userId="fac1e450-38fb-4bf3-b565-8fec8795d0e7" providerId="ADAL" clId="{7E3A5CB4-CCF8-5D69-894C-14E127D6541A}" dt="2025-11-17T14:04:42.102" v="1763" actId="2696"/>
        <pc:sldMkLst>
          <pc:docMk/>
          <pc:sldMk cId="3786064265" sldId="260"/>
        </pc:sldMkLst>
      </pc:sldChg>
      <pc:sldChg chg="del">
        <pc:chgData name="Thomas E. Allen" userId="fac1e450-38fb-4bf3-b565-8fec8795d0e7" providerId="ADAL" clId="{7E3A5CB4-CCF8-5D69-894C-14E127D6541A}" dt="2025-11-17T14:04:42.124" v="1768" actId="2696"/>
        <pc:sldMkLst>
          <pc:docMk/>
          <pc:sldMk cId="645710833" sldId="261"/>
        </pc:sldMkLst>
      </pc:sldChg>
      <pc:sldChg chg="del">
        <pc:chgData name="Thomas E. Allen" userId="fac1e450-38fb-4bf3-b565-8fec8795d0e7" providerId="ADAL" clId="{7E3A5CB4-CCF8-5D69-894C-14E127D6541A}" dt="2025-11-17T14:04:42.161" v="1774" actId="2696"/>
        <pc:sldMkLst>
          <pc:docMk/>
          <pc:sldMk cId="798787861" sldId="262"/>
        </pc:sldMkLst>
      </pc:sldChg>
      <pc:sldChg chg="del">
        <pc:chgData name="Thomas E. Allen" userId="fac1e450-38fb-4bf3-b565-8fec8795d0e7" providerId="ADAL" clId="{7E3A5CB4-CCF8-5D69-894C-14E127D6541A}" dt="2025-11-17T14:04:42.175" v="1777" actId="2696"/>
        <pc:sldMkLst>
          <pc:docMk/>
          <pc:sldMk cId="3935473478" sldId="263"/>
        </pc:sldMkLst>
      </pc:sldChg>
      <pc:sldChg chg="del">
        <pc:chgData name="Thomas E. Allen" userId="fac1e450-38fb-4bf3-b565-8fec8795d0e7" providerId="ADAL" clId="{7E3A5CB4-CCF8-5D69-894C-14E127D6541A}" dt="2025-11-17T14:04:42.194" v="1782" actId="2696"/>
        <pc:sldMkLst>
          <pc:docMk/>
          <pc:sldMk cId="945814096" sldId="264"/>
        </pc:sldMkLst>
      </pc:sldChg>
      <pc:sldChg chg="del">
        <pc:chgData name="Thomas E. Allen" userId="fac1e450-38fb-4bf3-b565-8fec8795d0e7" providerId="ADAL" clId="{7E3A5CB4-CCF8-5D69-894C-14E127D6541A}" dt="2025-11-17T14:04:42.205" v="1785" actId="2696"/>
        <pc:sldMkLst>
          <pc:docMk/>
          <pc:sldMk cId="1169048495" sldId="265"/>
        </pc:sldMkLst>
      </pc:sldChg>
      <pc:sldChg chg="del">
        <pc:chgData name="Thomas E. Allen" userId="fac1e450-38fb-4bf3-b565-8fec8795d0e7" providerId="ADAL" clId="{7E3A5CB4-CCF8-5D69-894C-14E127D6541A}" dt="2025-11-17T14:04:42.075" v="1758" actId="2696"/>
        <pc:sldMkLst>
          <pc:docMk/>
          <pc:sldMk cId="1921002734" sldId="266"/>
        </pc:sldMkLst>
      </pc:sldChg>
      <pc:sldChg chg="del">
        <pc:chgData name="Thomas E. Allen" userId="fac1e450-38fb-4bf3-b565-8fec8795d0e7" providerId="ADAL" clId="{7E3A5CB4-CCF8-5D69-894C-14E127D6541A}" dt="2025-11-17T14:04:42.089" v="1760" actId="2696"/>
        <pc:sldMkLst>
          <pc:docMk/>
          <pc:sldMk cId="922611446" sldId="267"/>
        </pc:sldMkLst>
      </pc:sldChg>
      <pc:sldChg chg="del">
        <pc:chgData name="Thomas E. Allen" userId="fac1e450-38fb-4bf3-b565-8fec8795d0e7" providerId="ADAL" clId="{7E3A5CB4-CCF8-5D69-894C-14E127D6541A}" dt="2025-11-17T14:04:42.107" v="1764" actId="2696"/>
        <pc:sldMkLst>
          <pc:docMk/>
          <pc:sldMk cId="1302055026" sldId="268"/>
        </pc:sldMkLst>
      </pc:sldChg>
      <pc:sldChg chg="del">
        <pc:chgData name="Thomas E. Allen" userId="fac1e450-38fb-4bf3-b565-8fec8795d0e7" providerId="ADAL" clId="{7E3A5CB4-CCF8-5D69-894C-14E127D6541A}" dt="2025-11-17T14:04:42.134" v="1769" actId="2696"/>
        <pc:sldMkLst>
          <pc:docMk/>
          <pc:sldMk cId="90655296" sldId="269"/>
        </pc:sldMkLst>
      </pc:sldChg>
      <pc:sldChg chg="del">
        <pc:chgData name="Thomas E. Allen" userId="fac1e450-38fb-4bf3-b565-8fec8795d0e7" providerId="ADAL" clId="{7E3A5CB4-CCF8-5D69-894C-14E127D6541A}" dt="2025-11-17T14:04:42.167" v="1775" actId="2696"/>
        <pc:sldMkLst>
          <pc:docMk/>
          <pc:sldMk cId="1509931789" sldId="271"/>
        </pc:sldMkLst>
      </pc:sldChg>
      <pc:sldChg chg="del">
        <pc:chgData name="Thomas E. Allen" userId="fac1e450-38fb-4bf3-b565-8fec8795d0e7" providerId="ADAL" clId="{7E3A5CB4-CCF8-5D69-894C-14E127D6541A}" dt="2025-11-17T14:04:42.199" v="1783" actId="2696"/>
        <pc:sldMkLst>
          <pc:docMk/>
          <pc:sldMk cId="1751889442" sldId="272"/>
        </pc:sldMkLst>
      </pc:sldChg>
      <pc:sldChg chg="del">
        <pc:chgData name="Thomas E. Allen" userId="fac1e450-38fb-4bf3-b565-8fec8795d0e7" providerId="ADAL" clId="{7E3A5CB4-CCF8-5D69-894C-14E127D6541A}" dt="2025-11-17T14:04:42.209" v="1786" actId="2696"/>
        <pc:sldMkLst>
          <pc:docMk/>
          <pc:sldMk cId="3565970313" sldId="273"/>
        </pc:sldMkLst>
      </pc:sldChg>
      <pc:sldChg chg="modSp mod ord">
        <pc:chgData name="Thomas E. Allen" userId="fac1e450-38fb-4bf3-b565-8fec8795d0e7" providerId="ADAL" clId="{7E3A5CB4-CCF8-5D69-894C-14E127D6541A}" dt="2025-11-17T14:16:31.169" v="1883" actId="20578"/>
        <pc:sldMkLst>
          <pc:docMk/>
          <pc:sldMk cId="1840952644" sldId="274"/>
        </pc:sldMkLst>
        <pc:spChg chg="mod">
          <ac:chgData name="Thomas E. Allen" userId="fac1e450-38fb-4bf3-b565-8fec8795d0e7" providerId="ADAL" clId="{7E3A5CB4-CCF8-5D69-894C-14E127D6541A}" dt="2025-11-17T14:16:19.025" v="1882" actId="20577"/>
          <ac:spMkLst>
            <pc:docMk/>
            <pc:sldMk cId="1840952644" sldId="274"/>
            <ac:spMk id="3" creationId="{7B649E5E-03A2-01DB-25BD-C3CF6BF0090D}"/>
          </ac:spMkLst>
        </pc:spChg>
      </pc:sldChg>
      <pc:sldChg chg="modSp mod modAnim modNotesTx">
        <pc:chgData name="Thomas E. Allen" userId="fac1e450-38fb-4bf3-b565-8fec8795d0e7" providerId="ADAL" clId="{7E3A5CB4-CCF8-5D69-894C-14E127D6541A}" dt="2025-11-17T16:39:55.317" v="2697" actId="20577"/>
        <pc:sldMkLst>
          <pc:docMk/>
          <pc:sldMk cId="3923262861" sldId="275"/>
        </pc:sldMkLst>
        <pc:spChg chg="mod">
          <ac:chgData name="Thomas E. Allen" userId="fac1e450-38fb-4bf3-b565-8fec8795d0e7" providerId="ADAL" clId="{7E3A5CB4-CCF8-5D69-894C-14E127D6541A}" dt="2025-11-17T14:44:36.874" v="2384" actId="5793"/>
          <ac:spMkLst>
            <pc:docMk/>
            <pc:sldMk cId="3923262861" sldId="275"/>
            <ac:spMk id="3" creationId="{783CCFDE-F830-9554-4FEC-0381DFE824E6}"/>
          </ac:spMkLst>
        </pc:spChg>
      </pc:sldChg>
      <pc:sldChg chg="del">
        <pc:chgData name="Thomas E. Allen" userId="fac1e450-38fb-4bf3-b565-8fec8795d0e7" providerId="ADAL" clId="{7E3A5CB4-CCF8-5D69-894C-14E127D6541A}" dt="2025-11-17T14:04:42.095" v="1761" actId="2696"/>
        <pc:sldMkLst>
          <pc:docMk/>
          <pc:sldMk cId="3075509014" sldId="276"/>
        </pc:sldMkLst>
      </pc:sldChg>
      <pc:sldChg chg="del">
        <pc:chgData name="Thomas E. Allen" userId="fac1e450-38fb-4bf3-b565-8fec8795d0e7" providerId="ADAL" clId="{7E3A5CB4-CCF8-5D69-894C-14E127D6541A}" dt="2025-11-17T14:04:42.097" v="1762" actId="2696"/>
        <pc:sldMkLst>
          <pc:docMk/>
          <pc:sldMk cId="3239979951" sldId="277"/>
        </pc:sldMkLst>
      </pc:sldChg>
      <pc:sldChg chg="del">
        <pc:chgData name="Thomas E. Allen" userId="fac1e450-38fb-4bf3-b565-8fec8795d0e7" providerId="ADAL" clId="{7E3A5CB4-CCF8-5D69-894C-14E127D6541A}" dt="2025-11-17T14:04:42.112" v="1765" actId="2696"/>
        <pc:sldMkLst>
          <pc:docMk/>
          <pc:sldMk cId="2999479717" sldId="278"/>
        </pc:sldMkLst>
      </pc:sldChg>
      <pc:sldChg chg="del">
        <pc:chgData name="Thomas E. Allen" userId="fac1e450-38fb-4bf3-b565-8fec8795d0e7" providerId="ADAL" clId="{7E3A5CB4-CCF8-5D69-894C-14E127D6541A}" dt="2025-11-17T14:04:42.117" v="1766" actId="2696"/>
        <pc:sldMkLst>
          <pc:docMk/>
          <pc:sldMk cId="2071007187" sldId="279"/>
        </pc:sldMkLst>
      </pc:sldChg>
      <pc:sldChg chg="del">
        <pc:chgData name="Thomas E. Allen" userId="fac1e450-38fb-4bf3-b565-8fec8795d0e7" providerId="ADAL" clId="{7E3A5CB4-CCF8-5D69-894C-14E127D6541A}" dt="2025-11-17T14:04:42.119" v="1767" actId="2696"/>
        <pc:sldMkLst>
          <pc:docMk/>
          <pc:sldMk cId="3971799990" sldId="280"/>
        </pc:sldMkLst>
      </pc:sldChg>
      <pc:sldChg chg="del">
        <pc:chgData name="Thomas E. Allen" userId="fac1e450-38fb-4bf3-b565-8fec8795d0e7" providerId="ADAL" clId="{7E3A5CB4-CCF8-5D69-894C-14E127D6541A}" dt="2025-11-17T14:04:42.145" v="1770" actId="2696"/>
        <pc:sldMkLst>
          <pc:docMk/>
          <pc:sldMk cId="2332851824" sldId="281"/>
        </pc:sldMkLst>
      </pc:sldChg>
      <pc:sldChg chg="del">
        <pc:chgData name="Thomas E. Allen" userId="fac1e450-38fb-4bf3-b565-8fec8795d0e7" providerId="ADAL" clId="{7E3A5CB4-CCF8-5D69-894C-14E127D6541A}" dt="2025-11-17T14:04:42.150" v="1771" actId="2696"/>
        <pc:sldMkLst>
          <pc:docMk/>
          <pc:sldMk cId="163301440" sldId="283"/>
        </pc:sldMkLst>
      </pc:sldChg>
      <pc:sldChg chg="del">
        <pc:chgData name="Thomas E. Allen" userId="fac1e450-38fb-4bf3-b565-8fec8795d0e7" providerId="ADAL" clId="{7E3A5CB4-CCF8-5D69-894C-14E127D6541A}" dt="2025-11-17T14:04:42.156" v="1773" actId="2696"/>
        <pc:sldMkLst>
          <pc:docMk/>
          <pc:sldMk cId="481944346" sldId="284"/>
        </pc:sldMkLst>
      </pc:sldChg>
      <pc:sldChg chg="del">
        <pc:chgData name="Thomas E. Allen" userId="fac1e450-38fb-4bf3-b565-8fec8795d0e7" providerId="ADAL" clId="{7E3A5CB4-CCF8-5D69-894C-14E127D6541A}" dt="2025-11-17T14:04:42.155" v="1772" actId="2696"/>
        <pc:sldMkLst>
          <pc:docMk/>
          <pc:sldMk cId="3874841961" sldId="285"/>
        </pc:sldMkLst>
      </pc:sldChg>
      <pc:sldChg chg="del">
        <pc:chgData name="Thomas E. Allen" userId="fac1e450-38fb-4bf3-b565-8fec8795d0e7" providerId="ADAL" clId="{7E3A5CB4-CCF8-5D69-894C-14E127D6541A}" dt="2025-11-17T14:04:42.168" v="1776" actId="2696"/>
        <pc:sldMkLst>
          <pc:docMk/>
          <pc:sldMk cId="2942845537" sldId="286"/>
        </pc:sldMkLst>
      </pc:sldChg>
      <pc:sldChg chg="del">
        <pc:chgData name="Thomas E. Allen" userId="fac1e450-38fb-4bf3-b565-8fec8795d0e7" providerId="ADAL" clId="{7E3A5CB4-CCF8-5D69-894C-14E127D6541A}" dt="2025-11-17T14:04:42.179" v="1778" actId="2696"/>
        <pc:sldMkLst>
          <pc:docMk/>
          <pc:sldMk cId="1473472621" sldId="290"/>
        </pc:sldMkLst>
      </pc:sldChg>
      <pc:sldChg chg="del">
        <pc:chgData name="Thomas E. Allen" userId="fac1e450-38fb-4bf3-b565-8fec8795d0e7" providerId="ADAL" clId="{7E3A5CB4-CCF8-5D69-894C-14E127D6541A}" dt="2025-11-17T14:04:42.189" v="1781" actId="2696"/>
        <pc:sldMkLst>
          <pc:docMk/>
          <pc:sldMk cId="1700053912" sldId="291"/>
        </pc:sldMkLst>
      </pc:sldChg>
      <pc:sldChg chg="del">
        <pc:chgData name="Thomas E. Allen" userId="fac1e450-38fb-4bf3-b565-8fec8795d0e7" providerId="ADAL" clId="{7E3A5CB4-CCF8-5D69-894C-14E127D6541A}" dt="2025-11-17T14:04:42.211" v="1787" actId="2696"/>
        <pc:sldMkLst>
          <pc:docMk/>
          <pc:sldMk cId="1414404818" sldId="292"/>
        </pc:sldMkLst>
      </pc:sldChg>
      <pc:sldChg chg="del">
        <pc:chgData name="Thomas E. Allen" userId="fac1e450-38fb-4bf3-b565-8fec8795d0e7" providerId="ADAL" clId="{7E3A5CB4-CCF8-5D69-894C-14E127D6541A}" dt="2025-11-17T14:04:42.215" v="1788" actId="2696"/>
        <pc:sldMkLst>
          <pc:docMk/>
          <pc:sldMk cId="3361486518" sldId="293"/>
        </pc:sldMkLst>
      </pc:sldChg>
      <pc:sldChg chg="del">
        <pc:chgData name="Thomas E. Allen" userId="fac1e450-38fb-4bf3-b565-8fec8795d0e7" providerId="ADAL" clId="{7E3A5CB4-CCF8-5D69-894C-14E127D6541A}" dt="2025-11-17T14:04:42.201" v="1784" actId="2696"/>
        <pc:sldMkLst>
          <pc:docMk/>
          <pc:sldMk cId="3590274987" sldId="294"/>
        </pc:sldMkLst>
      </pc:sldChg>
      <pc:sldChg chg="del">
        <pc:chgData name="Thomas E. Allen" userId="fac1e450-38fb-4bf3-b565-8fec8795d0e7" providerId="ADAL" clId="{7E3A5CB4-CCF8-5D69-894C-14E127D6541A}" dt="2025-11-17T14:04:42.183" v="1779" actId="2696"/>
        <pc:sldMkLst>
          <pc:docMk/>
          <pc:sldMk cId="1942929419" sldId="295"/>
        </pc:sldMkLst>
      </pc:sldChg>
      <pc:sldChg chg="del">
        <pc:chgData name="Thomas E. Allen" userId="fac1e450-38fb-4bf3-b565-8fec8795d0e7" providerId="ADAL" clId="{7E3A5CB4-CCF8-5D69-894C-14E127D6541A}" dt="2025-11-17T14:04:42.188" v="1780" actId="2696"/>
        <pc:sldMkLst>
          <pc:docMk/>
          <pc:sldMk cId="1871161606" sldId="296"/>
        </pc:sldMkLst>
      </pc:sldChg>
      <pc:sldChg chg="addSp delSp modSp new mod modAnim modNotesTx">
        <pc:chgData name="Thomas E. Allen" userId="fac1e450-38fb-4bf3-b565-8fec8795d0e7" providerId="ADAL" clId="{7E3A5CB4-CCF8-5D69-894C-14E127D6541A}" dt="2025-11-17T16:52:50.511" v="2817" actId="403"/>
        <pc:sldMkLst>
          <pc:docMk/>
          <pc:sldMk cId="1411092022" sldId="297"/>
        </pc:sldMkLst>
        <pc:spChg chg="mod">
          <ac:chgData name="Thomas E. Allen" userId="fac1e450-38fb-4bf3-b565-8fec8795d0e7" providerId="ADAL" clId="{7E3A5CB4-CCF8-5D69-894C-14E127D6541A}" dt="2025-11-17T14:57:14.796" v="2448" actId="114"/>
          <ac:spMkLst>
            <pc:docMk/>
            <pc:sldMk cId="1411092022" sldId="297"/>
            <ac:spMk id="2" creationId="{B7CBF8AE-F8C5-DE52-8412-18529A9A549E}"/>
          </ac:spMkLst>
        </pc:spChg>
        <pc:spChg chg="mod">
          <ac:chgData name="Thomas E. Allen" userId="fac1e450-38fb-4bf3-b565-8fec8795d0e7" providerId="ADAL" clId="{7E3A5CB4-CCF8-5D69-894C-14E127D6541A}" dt="2025-11-17T16:52:50.511" v="2817" actId="403"/>
          <ac:spMkLst>
            <pc:docMk/>
            <pc:sldMk cId="1411092022" sldId="297"/>
            <ac:spMk id="3" creationId="{BE973C85-A23A-772D-8B59-CFB5F2CDAE6A}"/>
          </ac:spMkLst>
        </pc:spChg>
        <pc:spChg chg="add del">
          <ac:chgData name="Thomas E. Allen" userId="fac1e450-38fb-4bf3-b565-8fec8795d0e7" providerId="ADAL" clId="{7E3A5CB4-CCF8-5D69-894C-14E127D6541A}" dt="2025-11-17T14:35:32.900" v="2306" actId="22"/>
          <ac:spMkLst>
            <pc:docMk/>
            <pc:sldMk cId="1411092022" sldId="297"/>
            <ac:spMk id="5" creationId="{5762BE41-15A4-7E93-1F25-6610BBA9A79C}"/>
          </ac:spMkLst>
        </pc:spChg>
        <pc:spChg chg="add del mod">
          <ac:chgData name="Thomas E. Allen" userId="fac1e450-38fb-4bf3-b565-8fec8795d0e7" providerId="ADAL" clId="{7E3A5CB4-CCF8-5D69-894C-14E127D6541A}" dt="2025-11-17T14:35:55.781" v="2316" actId="22"/>
          <ac:spMkLst>
            <pc:docMk/>
            <pc:sldMk cId="1411092022" sldId="297"/>
            <ac:spMk id="7" creationId="{D6323040-0BE4-46E3-4B16-84E5D168D206}"/>
          </ac:spMkLst>
        </pc:spChg>
      </pc:sldChg>
      <pc:sldChg chg="addSp delSp modSp new mod setBg">
        <pc:chgData name="Thomas E. Allen" userId="fac1e450-38fb-4bf3-b565-8fec8795d0e7" providerId="ADAL" clId="{7E3A5CB4-CCF8-5D69-894C-14E127D6541A}" dt="2025-11-17T16:49:08.893" v="2748" actId="14100"/>
        <pc:sldMkLst>
          <pc:docMk/>
          <pc:sldMk cId="1727884329" sldId="298"/>
        </pc:sldMkLst>
        <pc:spChg chg="add del">
          <ac:chgData name="Thomas E. Allen" userId="fac1e450-38fb-4bf3-b565-8fec8795d0e7" providerId="ADAL" clId="{7E3A5CB4-CCF8-5D69-894C-14E127D6541A}" dt="2025-11-17T13:38:59.066" v="1166" actId="26606"/>
          <ac:spMkLst>
            <pc:docMk/>
            <pc:sldMk cId="1727884329" sldId="298"/>
            <ac:spMk id="1031" creationId="{2215C6C6-E45C-4179-9FC1-E8A4C1D47430}"/>
          </ac:spMkLst>
        </pc:spChg>
        <pc:spChg chg="add del">
          <ac:chgData name="Thomas E. Allen" userId="fac1e450-38fb-4bf3-b565-8fec8795d0e7" providerId="ADAL" clId="{7E3A5CB4-CCF8-5D69-894C-14E127D6541A}" dt="2025-11-17T13:38:59.066" v="1166" actId="26606"/>
          <ac:spMkLst>
            <pc:docMk/>
            <pc:sldMk cId="1727884329" sldId="298"/>
            <ac:spMk id="1037" creationId="{3776B14B-F2F4-4825-8DA8-8C7A0F2B3960}"/>
          </ac:spMkLst>
        </pc:spChg>
        <pc:spChg chg="add del">
          <ac:chgData name="Thomas E. Allen" userId="fac1e450-38fb-4bf3-b565-8fec8795d0e7" providerId="ADAL" clId="{7E3A5CB4-CCF8-5D69-894C-14E127D6541A}" dt="2025-11-17T13:39:01.226" v="1168" actId="26606"/>
          <ac:spMkLst>
            <pc:docMk/>
            <pc:sldMk cId="1727884329" sldId="298"/>
            <ac:spMk id="1039" creationId="{AB8C311F-7253-4AED-9701-7FC0708C41C7}"/>
          </ac:spMkLst>
        </pc:spChg>
        <pc:spChg chg="add del">
          <ac:chgData name="Thomas E. Allen" userId="fac1e450-38fb-4bf3-b565-8fec8795d0e7" providerId="ADAL" clId="{7E3A5CB4-CCF8-5D69-894C-14E127D6541A}" dt="2025-11-17T13:39:01.226" v="1168" actId="26606"/>
          <ac:spMkLst>
            <pc:docMk/>
            <pc:sldMk cId="1727884329" sldId="298"/>
            <ac:spMk id="1040" creationId="{FD073016-B734-483B-8953-5BADEE145112}"/>
          </ac:spMkLst>
        </pc:spChg>
        <pc:spChg chg="add del">
          <ac:chgData name="Thomas E. Allen" userId="fac1e450-38fb-4bf3-b565-8fec8795d0e7" providerId="ADAL" clId="{7E3A5CB4-CCF8-5D69-894C-14E127D6541A}" dt="2025-11-17T13:39:01.226" v="1168" actId="26606"/>
          <ac:spMkLst>
            <pc:docMk/>
            <pc:sldMk cId="1727884329" sldId="298"/>
            <ac:spMk id="1041" creationId="{90A7EAB6-59D3-4325-8DE6-E0CA4009CE53}"/>
          </ac:spMkLst>
        </pc:spChg>
        <pc:spChg chg="add del">
          <ac:chgData name="Thomas E. Allen" userId="fac1e450-38fb-4bf3-b565-8fec8795d0e7" providerId="ADAL" clId="{7E3A5CB4-CCF8-5D69-894C-14E127D6541A}" dt="2025-11-17T13:39:01.226" v="1168" actId="26606"/>
          <ac:spMkLst>
            <pc:docMk/>
            <pc:sldMk cId="1727884329" sldId="298"/>
            <ac:spMk id="1042" creationId="{A8D57A06-A426-446D-B02C-A2DC6B62E45E}"/>
          </ac:spMkLst>
        </pc:spChg>
        <pc:spChg chg="add del">
          <ac:chgData name="Thomas E. Allen" userId="fac1e450-38fb-4bf3-b565-8fec8795d0e7" providerId="ADAL" clId="{7E3A5CB4-CCF8-5D69-894C-14E127D6541A}" dt="2025-11-17T13:39:02.663" v="1170" actId="26606"/>
          <ac:spMkLst>
            <pc:docMk/>
            <pc:sldMk cId="1727884329" sldId="298"/>
            <ac:spMk id="1044" creationId="{63644BFD-D22E-4019-B666-387DA51AEAFD}"/>
          </ac:spMkLst>
        </pc:spChg>
        <pc:spChg chg="add del">
          <ac:chgData name="Thomas E. Allen" userId="fac1e450-38fb-4bf3-b565-8fec8795d0e7" providerId="ADAL" clId="{7E3A5CB4-CCF8-5D69-894C-14E127D6541A}" dt="2025-11-17T13:39:02.663" v="1170" actId="26606"/>
          <ac:spMkLst>
            <pc:docMk/>
            <pc:sldMk cId="1727884329" sldId="298"/>
            <ac:spMk id="1046" creationId="{3776B14B-F2F4-4825-8DA8-8C7A0F2B3960}"/>
          </ac:spMkLst>
        </pc:spChg>
        <pc:spChg chg="add del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48" creationId="{AB8C311F-7253-4AED-9701-7FC0708C41C7}"/>
          </ac:spMkLst>
        </pc:spChg>
        <pc:spChg chg="add del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49" creationId="{FD073016-B734-483B-8953-5BADEE145112}"/>
          </ac:spMkLst>
        </pc:spChg>
        <pc:spChg chg="add del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50" creationId="{90A7EAB6-59D3-4325-8DE6-E0CA4009CE53}"/>
          </ac:spMkLst>
        </pc:spChg>
        <pc:spChg chg="add del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51" creationId="{A8D57A06-A426-446D-B02C-A2DC6B62E45E}"/>
          </ac:spMkLst>
        </pc:spChg>
        <pc:spChg chg="add del">
          <ac:chgData name="Thomas E. Allen" userId="fac1e450-38fb-4bf3-b565-8fec8795d0e7" providerId="ADAL" clId="{7E3A5CB4-CCF8-5D69-894C-14E127D6541A}" dt="2025-11-17T13:42:11.914" v="1173" actId="26606"/>
          <ac:spMkLst>
            <pc:docMk/>
            <pc:sldMk cId="1727884329" sldId="298"/>
            <ac:spMk id="1056" creationId="{32BC26D8-82FB-445E-AA49-62A77D7C1EE0}"/>
          </ac:spMkLst>
        </pc:spChg>
        <pc:spChg chg="add del">
          <ac:chgData name="Thomas E. Allen" userId="fac1e450-38fb-4bf3-b565-8fec8795d0e7" providerId="ADAL" clId="{7E3A5CB4-CCF8-5D69-894C-14E127D6541A}" dt="2025-11-17T13:42:11.914" v="1173" actId="26606"/>
          <ac:spMkLst>
            <pc:docMk/>
            <pc:sldMk cId="1727884329" sldId="298"/>
            <ac:spMk id="1058" creationId="{CB44330D-EA18-4254-AA95-EB49948539B8}"/>
          </ac:spMkLst>
        </pc:spChg>
        <pc:spChg chg="add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60" creationId="{2633B3B5-CC90-43F0-8714-D31D1F3F0209}"/>
          </ac:spMkLst>
        </pc:spChg>
        <pc:spChg chg="add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61" creationId="{AB8C311F-7253-4AED-9701-7FC0708C41C7}"/>
          </ac:spMkLst>
        </pc:spChg>
        <pc:spChg chg="add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62" creationId="{A8D57A06-A426-446D-B02C-A2DC6B62E45E}"/>
          </ac:spMkLst>
        </pc:spChg>
        <pc:spChg chg="add">
          <ac:chgData name="Thomas E. Allen" userId="fac1e450-38fb-4bf3-b565-8fec8795d0e7" providerId="ADAL" clId="{7E3A5CB4-CCF8-5D69-894C-14E127D6541A}" dt="2025-11-17T13:42:11.918" v="1174" actId="26606"/>
          <ac:spMkLst>
            <pc:docMk/>
            <pc:sldMk cId="1727884329" sldId="298"/>
            <ac:spMk id="1063" creationId="{E2384209-CB15-4CDF-9D31-C44FD9A3F20D}"/>
          </ac:spMkLst>
        </pc:spChg>
        <pc:grpChg chg="add del">
          <ac:chgData name="Thomas E. Allen" userId="fac1e450-38fb-4bf3-b565-8fec8795d0e7" providerId="ADAL" clId="{7E3A5CB4-CCF8-5D69-894C-14E127D6541A}" dt="2025-11-17T13:38:59.066" v="1166" actId="26606"/>
          <ac:grpSpMkLst>
            <pc:docMk/>
            <pc:sldMk cId="1727884329" sldId="298"/>
            <ac:grpSpMk id="1033" creationId="{5FE9FE4C-C9E0-4C54-8010-EA9D29CD4D59}"/>
          </ac:grpSpMkLst>
        </pc:grpChg>
        <pc:grpChg chg="add del">
          <ac:chgData name="Thomas E. Allen" userId="fac1e450-38fb-4bf3-b565-8fec8795d0e7" providerId="ADAL" clId="{7E3A5CB4-CCF8-5D69-894C-14E127D6541A}" dt="2025-11-17T13:39:02.663" v="1170" actId="26606"/>
          <ac:grpSpMkLst>
            <pc:docMk/>
            <pc:sldMk cId="1727884329" sldId="298"/>
            <ac:grpSpMk id="1045" creationId="{5FE9FE4C-C9E0-4C54-8010-EA9D29CD4D59}"/>
          </ac:grpSpMkLst>
        </pc:grpChg>
        <pc:picChg chg="add mod">
          <ac:chgData name="Thomas E. Allen" userId="fac1e450-38fb-4bf3-b565-8fec8795d0e7" providerId="ADAL" clId="{7E3A5CB4-CCF8-5D69-894C-14E127D6541A}" dt="2025-11-17T16:49:08.893" v="2748" actId="14100"/>
          <ac:picMkLst>
            <pc:docMk/>
            <pc:sldMk cId="1727884329" sldId="298"/>
            <ac:picMk id="1026" creationId="{D2D83B14-F222-2DD1-5751-1963FC41C79B}"/>
          </ac:picMkLst>
        </pc:picChg>
      </pc:sldChg>
      <pc:sldChg chg="modSp new mod modAnim modNotesTx">
        <pc:chgData name="Thomas E. Allen" userId="fac1e450-38fb-4bf3-b565-8fec8795d0e7" providerId="ADAL" clId="{7E3A5CB4-CCF8-5D69-894C-14E127D6541A}" dt="2025-11-17T16:39:29.231" v="2694" actId="20577"/>
        <pc:sldMkLst>
          <pc:docMk/>
          <pc:sldMk cId="2481742190" sldId="299"/>
        </pc:sldMkLst>
        <pc:spChg chg="mod">
          <ac:chgData name="Thomas E. Allen" userId="fac1e450-38fb-4bf3-b565-8fec8795d0e7" providerId="ADAL" clId="{7E3A5CB4-CCF8-5D69-894C-14E127D6541A}" dt="2025-11-17T13:43:12.914" v="1176"/>
          <ac:spMkLst>
            <pc:docMk/>
            <pc:sldMk cId="2481742190" sldId="299"/>
            <ac:spMk id="2" creationId="{6FDF30BC-7E3B-8C08-5342-65C2C79B9D3E}"/>
          </ac:spMkLst>
        </pc:spChg>
        <pc:spChg chg="mod">
          <ac:chgData name="Thomas E. Allen" userId="fac1e450-38fb-4bf3-b565-8fec8795d0e7" providerId="ADAL" clId="{7E3A5CB4-CCF8-5D69-894C-14E127D6541A}" dt="2025-11-17T15:04:29.220" v="2505" actId="115"/>
          <ac:spMkLst>
            <pc:docMk/>
            <pc:sldMk cId="2481742190" sldId="299"/>
            <ac:spMk id="3" creationId="{7B93B732-218F-979D-02EC-2FD5BB464507}"/>
          </ac:spMkLst>
        </pc:spChg>
      </pc:sldChg>
      <pc:sldChg chg="modSp new mod modNotesTx">
        <pc:chgData name="Thomas E. Allen" userId="fac1e450-38fb-4bf3-b565-8fec8795d0e7" providerId="ADAL" clId="{7E3A5CB4-CCF8-5D69-894C-14E127D6541A}" dt="2025-11-17T15:08:04.509" v="2604" actId="20577"/>
        <pc:sldMkLst>
          <pc:docMk/>
          <pc:sldMk cId="2384855378" sldId="300"/>
        </pc:sldMkLst>
        <pc:spChg chg="mod">
          <ac:chgData name="Thomas E. Allen" userId="fac1e450-38fb-4bf3-b565-8fec8795d0e7" providerId="ADAL" clId="{7E3A5CB4-CCF8-5D69-894C-14E127D6541A}" dt="2025-11-17T13:46:02.945" v="1183"/>
          <ac:spMkLst>
            <pc:docMk/>
            <pc:sldMk cId="2384855378" sldId="300"/>
            <ac:spMk id="2" creationId="{F91CB004-AA46-28C9-8CAC-7D54A123048A}"/>
          </ac:spMkLst>
        </pc:spChg>
        <pc:spChg chg="mod">
          <ac:chgData name="Thomas E. Allen" userId="fac1e450-38fb-4bf3-b565-8fec8795d0e7" providerId="ADAL" clId="{7E3A5CB4-CCF8-5D69-894C-14E127D6541A}" dt="2025-11-17T15:08:04.509" v="2604" actId="20577"/>
          <ac:spMkLst>
            <pc:docMk/>
            <pc:sldMk cId="2384855378" sldId="300"/>
            <ac:spMk id="3" creationId="{3E5421A9-CA6B-7ACF-2417-D84A22E66642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48:05.164" v="2744" actId="20577"/>
        <pc:sldMkLst>
          <pc:docMk/>
          <pc:sldMk cId="3494963674" sldId="301"/>
        </pc:sldMkLst>
        <pc:spChg chg="mod">
          <ac:chgData name="Thomas E. Allen" userId="fac1e450-38fb-4bf3-b565-8fec8795d0e7" providerId="ADAL" clId="{7E3A5CB4-CCF8-5D69-894C-14E127D6541A}" dt="2025-11-17T13:47:20.976" v="1262" actId="20577"/>
          <ac:spMkLst>
            <pc:docMk/>
            <pc:sldMk cId="3494963674" sldId="301"/>
            <ac:spMk id="2" creationId="{6D5D9FE6-B3C1-DEB7-EC3D-D66C6232E00E}"/>
          </ac:spMkLst>
        </pc:spChg>
        <pc:spChg chg="mod">
          <ac:chgData name="Thomas E. Allen" userId="fac1e450-38fb-4bf3-b565-8fec8795d0e7" providerId="ADAL" clId="{7E3A5CB4-CCF8-5D69-894C-14E127D6541A}" dt="2025-11-17T16:48:05.164" v="2744" actId="20577"/>
          <ac:spMkLst>
            <pc:docMk/>
            <pc:sldMk cId="3494963674" sldId="301"/>
            <ac:spMk id="3" creationId="{1105E878-579F-FAF8-39D6-0696E3892DD1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52:12.362" v="2815" actId="20577"/>
        <pc:sldMkLst>
          <pc:docMk/>
          <pc:sldMk cId="785402658" sldId="302"/>
        </pc:sldMkLst>
        <pc:spChg chg="mod">
          <ac:chgData name="Thomas E. Allen" userId="fac1e450-38fb-4bf3-b565-8fec8795d0e7" providerId="ADAL" clId="{7E3A5CB4-CCF8-5D69-894C-14E127D6541A}" dt="2025-11-17T13:48:08.425" v="1311" actId="20577"/>
          <ac:spMkLst>
            <pc:docMk/>
            <pc:sldMk cId="785402658" sldId="302"/>
            <ac:spMk id="2" creationId="{A3E12AD7-C835-5A0B-D7F5-56741288B698}"/>
          </ac:spMkLst>
        </pc:spChg>
        <pc:spChg chg="mod">
          <ac:chgData name="Thomas E. Allen" userId="fac1e450-38fb-4bf3-b565-8fec8795d0e7" providerId="ADAL" clId="{7E3A5CB4-CCF8-5D69-894C-14E127D6541A}" dt="2025-11-17T16:52:03.829" v="2788" actId="20577"/>
          <ac:spMkLst>
            <pc:docMk/>
            <pc:sldMk cId="785402658" sldId="302"/>
            <ac:spMk id="3" creationId="{385293CF-50EB-93B9-3013-7F2540128473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52:22.756" v="2816" actId="20577"/>
        <pc:sldMkLst>
          <pc:docMk/>
          <pc:sldMk cId="1767574337" sldId="303"/>
        </pc:sldMkLst>
        <pc:spChg chg="mod">
          <ac:chgData name="Thomas E. Allen" userId="fac1e450-38fb-4bf3-b565-8fec8795d0e7" providerId="ADAL" clId="{7E3A5CB4-CCF8-5D69-894C-14E127D6541A}" dt="2025-11-17T16:52:22.756" v="2816" actId="20577"/>
          <ac:spMkLst>
            <pc:docMk/>
            <pc:sldMk cId="1767574337" sldId="303"/>
            <ac:spMk id="2" creationId="{BDA22C36-8C8F-8309-CEA3-BC576F8DD7BC}"/>
          </ac:spMkLst>
        </pc:spChg>
        <pc:spChg chg="mod">
          <ac:chgData name="Thomas E. Allen" userId="fac1e450-38fb-4bf3-b565-8fec8795d0e7" providerId="ADAL" clId="{7E3A5CB4-CCF8-5D69-894C-14E127D6541A}" dt="2025-11-17T15:14:06.835" v="2631"/>
          <ac:spMkLst>
            <pc:docMk/>
            <pc:sldMk cId="1767574337" sldId="303"/>
            <ac:spMk id="3" creationId="{B2FAD567-AB96-A58E-21AE-FA85DAB615E5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38:53.531" v="2678" actId="20577"/>
        <pc:sldMkLst>
          <pc:docMk/>
          <pc:sldMk cId="3462381674" sldId="304"/>
        </pc:sldMkLst>
        <pc:spChg chg="mod">
          <ac:chgData name="Thomas E. Allen" userId="fac1e450-38fb-4bf3-b565-8fec8795d0e7" providerId="ADAL" clId="{7E3A5CB4-CCF8-5D69-894C-14E127D6541A}" dt="2025-11-17T13:54:22.334" v="1371" actId="20577"/>
          <ac:spMkLst>
            <pc:docMk/>
            <pc:sldMk cId="3462381674" sldId="304"/>
            <ac:spMk id="2" creationId="{E43B76A5-41F8-E177-F62B-4C4F088497B5}"/>
          </ac:spMkLst>
        </pc:spChg>
        <pc:spChg chg="mod">
          <ac:chgData name="Thomas E. Allen" userId="fac1e450-38fb-4bf3-b565-8fec8795d0e7" providerId="ADAL" clId="{7E3A5CB4-CCF8-5D69-894C-14E127D6541A}" dt="2025-11-17T15:14:32.426" v="2632"/>
          <ac:spMkLst>
            <pc:docMk/>
            <pc:sldMk cId="3462381674" sldId="304"/>
            <ac:spMk id="3" creationId="{6D6395A0-6AF4-EE47-F579-AEEA3B8BEDD5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38:40.922" v="2676" actId="20577"/>
        <pc:sldMkLst>
          <pc:docMk/>
          <pc:sldMk cId="3718660065" sldId="305"/>
        </pc:sldMkLst>
        <pc:spChg chg="mod">
          <ac:chgData name="Thomas E. Allen" userId="fac1e450-38fb-4bf3-b565-8fec8795d0e7" providerId="ADAL" clId="{7E3A5CB4-CCF8-5D69-894C-14E127D6541A}" dt="2025-11-17T13:59:27.792" v="1629"/>
          <ac:spMkLst>
            <pc:docMk/>
            <pc:sldMk cId="3718660065" sldId="305"/>
            <ac:spMk id="2" creationId="{60E6D0F8-2034-11D8-658F-3A0F9CF61457}"/>
          </ac:spMkLst>
        </pc:spChg>
        <pc:spChg chg="mod">
          <ac:chgData name="Thomas E. Allen" userId="fac1e450-38fb-4bf3-b565-8fec8795d0e7" providerId="ADAL" clId="{7E3A5CB4-CCF8-5D69-894C-14E127D6541A}" dt="2025-11-17T15:15:55.883" v="2644"/>
          <ac:spMkLst>
            <pc:docMk/>
            <pc:sldMk cId="3718660065" sldId="305"/>
            <ac:spMk id="3" creationId="{66698E5D-B9EC-4617-6E59-8E8FBB31B05D}"/>
          </ac:spMkLst>
        </pc:spChg>
      </pc:sldChg>
      <pc:sldChg chg="modSp new mod ord modAnim modNotesTx">
        <pc:chgData name="Thomas E. Allen" userId="fac1e450-38fb-4bf3-b565-8fec8795d0e7" providerId="ADAL" clId="{7E3A5CB4-CCF8-5D69-894C-14E127D6541A}" dt="2025-11-17T16:38:47.749" v="2677" actId="20577"/>
        <pc:sldMkLst>
          <pc:docMk/>
          <pc:sldMk cId="801444200" sldId="306"/>
        </pc:sldMkLst>
        <pc:spChg chg="mod">
          <ac:chgData name="Thomas E. Allen" userId="fac1e450-38fb-4bf3-b565-8fec8795d0e7" providerId="ADAL" clId="{7E3A5CB4-CCF8-5D69-894C-14E127D6541A}" dt="2025-11-17T13:55:55.043" v="1435" actId="20577"/>
          <ac:spMkLst>
            <pc:docMk/>
            <pc:sldMk cId="801444200" sldId="306"/>
            <ac:spMk id="2" creationId="{8DA91032-EA17-C4C1-8061-2AD9658AF5C5}"/>
          </ac:spMkLst>
        </pc:spChg>
        <pc:spChg chg="mod">
          <ac:chgData name="Thomas E. Allen" userId="fac1e450-38fb-4bf3-b565-8fec8795d0e7" providerId="ADAL" clId="{7E3A5CB4-CCF8-5D69-894C-14E127D6541A}" dt="2025-11-17T15:15:18.582" v="2642" actId="20577"/>
          <ac:spMkLst>
            <pc:docMk/>
            <pc:sldMk cId="801444200" sldId="306"/>
            <ac:spMk id="3" creationId="{BF0F379F-155A-9B1C-F649-858EC18ECB43}"/>
          </ac:spMkLst>
        </pc:spChg>
      </pc:sldChg>
      <pc:sldChg chg="modSp new mod modAnim">
        <pc:chgData name="Thomas E. Allen" userId="fac1e450-38fb-4bf3-b565-8fec8795d0e7" providerId="ADAL" clId="{7E3A5CB4-CCF8-5D69-894C-14E127D6541A}" dt="2025-11-17T16:48:30.494" v="2746" actId="14100"/>
        <pc:sldMkLst>
          <pc:docMk/>
          <pc:sldMk cId="3515534977" sldId="307"/>
        </pc:sldMkLst>
        <pc:spChg chg="mod">
          <ac:chgData name="Thomas E. Allen" userId="fac1e450-38fb-4bf3-b565-8fec8795d0e7" providerId="ADAL" clId="{7E3A5CB4-CCF8-5D69-894C-14E127D6541A}" dt="2025-11-17T16:48:30.494" v="2746" actId="14100"/>
          <ac:spMkLst>
            <pc:docMk/>
            <pc:sldMk cId="3515534977" sldId="307"/>
            <ac:spMk id="2" creationId="{9D81C3F6-A5F6-D80D-430E-ACE5D5ECA7AC}"/>
          </ac:spMkLst>
        </pc:spChg>
        <pc:spChg chg="mod">
          <ac:chgData name="Thomas E. Allen" userId="fac1e450-38fb-4bf3-b565-8fec8795d0e7" providerId="ADAL" clId="{7E3A5CB4-CCF8-5D69-894C-14E127D6541A}" dt="2025-11-17T15:16:23.669" v="2646"/>
          <ac:spMkLst>
            <pc:docMk/>
            <pc:sldMk cId="3515534977" sldId="307"/>
            <ac:spMk id="3" creationId="{2646DD71-A4AD-4511-6709-E5B89ACC988E}"/>
          </ac:spMkLst>
        </pc:spChg>
      </pc:sldChg>
      <pc:sldChg chg="modSp new mod modAnim modNotesTx">
        <pc:chgData name="Thomas E. Allen" userId="fac1e450-38fb-4bf3-b565-8fec8795d0e7" providerId="ADAL" clId="{7E3A5CB4-CCF8-5D69-894C-14E127D6541A}" dt="2025-11-17T16:38:31.374" v="2675" actId="20577"/>
        <pc:sldMkLst>
          <pc:docMk/>
          <pc:sldMk cId="2205113828" sldId="308"/>
        </pc:sldMkLst>
        <pc:spChg chg="mod">
          <ac:chgData name="Thomas E. Allen" userId="fac1e450-38fb-4bf3-b565-8fec8795d0e7" providerId="ADAL" clId="{7E3A5CB4-CCF8-5D69-894C-14E127D6541A}" dt="2025-11-17T14:03:55.076" v="1753" actId="20577"/>
          <ac:spMkLst>
            <pc:docMk/>
            <pc:sldMk cId="2205113828" sldId="308"/>
            <ac:spMk id="2" creationId="{92545164-FE27-9740-EA6B-1E66C777ED71}"/>
          </ac:spMkLst>
        </pc:spChg>
        <pc:spChg chg="mod">
          <ac:chgData name="Thomas E. Allen" userId="fac1e450-38fb-4bf3-b565-8fec8795d0e7" providerId="ADAL" clId="{7E3A5CB4-CCF8-5D69-894C-14E127D6541A}" dt="2025-11-17T15:17:29.717" v="2660" actId="20577"/>
          <ac:spMkLst>
            <pc:docMk/>
            <pc:sldMk cId="2205113828" sldId="308"/>
            <ac:spMk id="3" creationId="{8E344DF3-365E-B596-0F8F-59D31F2F8708}"/>
          </ac:spMkLst>
        </pc:spChg>
      </pc:sldChg>
      <pc:sldChg chg="addSp delSp modSp new mod ord setBg">
        <pc:chgData name="Thomas E. Allen" userId="fac1e450-38fb-4bf3-b565-8fec8795d0e7" providerId="ADAL" clId="{7E3A5CB4-CCF8-5D69-894C-14E127D6541A}" dt="2025-11-17T14:46:06.687" v="2386" actId="20578"/>
        <pc:sldMkLst>
          <pc:docMk/>
          <pc:sldMk cId="194583602" sldId="309"/>
        </pc:sldMkLst>
        <pc:spChg chg="add">
          <ac:chgData name="Thomas E. Allen" userId="fac1e450-38fb-4bf3-b565-8fec8795d0e7" providerId="ADAL" clId="{7E3A5CB4-CCF8-5D69-894C-14E127D6541A}" dt="2025-11-17T14:14:03.028" v="1863"/>
          <ac:spMkLst>
            <pc:docMk/>
            <pc:sldMk cId="194583602" sldId="309"/>
            <ac:spMk id="2" creationId="{63ADDB22-246C-8986-4696-D668E806FDD5}"/>
          </ac:spMkLst>
        </pc:spChg>
        <pc:spChg chg="add">
          <ac:chgData name="Thomas E. Allen" userId="fac1e450-38fb-4bf3-b565-8fec8795d0e7" providerId="ADAL" clId="{7E3A5CB4-CCF8-5D69-894C-14E127D6541A}" dt="2025-11-17T14:14:13.247" v="1864"/>
          <ac:spMkLst>
            <pc:docMk/>
            <pc:sldMk cId="194583602" sldId="309"/>
            <ac:spMk id="3" creationId="{9974575C-87AC-31B4-71E5-5C7790D7578E}"/>
          </ac:spMkLst>
        </pc:spChg>
        <pc:spChg chg="add">
          <ac:chgData name="Thomas E. Allen" userId="fac1e450-38fb-4bf3-b565-8fec8795d0e7" providerId="ADAL" clId="{7E3A5CB4-CCF8-5D69-894C-14E127D6541A}" dt="2025-11-17T14:14:15.204" v="1865"/>
          <ac:spMkLst>
            <pc:docMk/>
            <pc:sldMk cId="194583602" sldId="309"/>
            <ac:spMk id="4" creationId="{C93F0891-5535-8EEB-26CA-6445897161E8}"/>
          </ac:spMkLst>
        </pc:spChg>
        <pc:spChg chg="add del">
          <ac:chgData name="Thomas E. Allen" userId="fac1e450-38fb-4bf3-b565-8fec8795d0e7" providerId="ADAL" clId="{7E3A5CB4-CCF8-5D69-894C-14E127D6541A}" dt="2025-11-17T14:15:25.308" v="1874" actId="26606"/>
          <ac:spMkLst>
            <pc:docMk/>
            <pc:sldMk cId="194583602" sldId="309"/>
            <ac:spMk id="8" creationId="{AB8C311F-7253-4AED-9701-7FC0708C41C7}"/>
          </ac:spMkLst>
        </pc:spChg>
        <pc:spChg chg="add del">
          <ac:chgData name="Thomas E. Allen" userId="fac1e450-38fb-4bf3-b565-8fec8795d0e7" providerId="ADAL" clId="{7E3A5CB4-CCF8-5D69-894C-14E127D6541A}" dt="2025-11-17T14:15:25.308" v="1874" actId="26606"/>
          <ac:spMkLst>
            <pc:docMk/>
            <pc:sldMk cId="194583602" sldId="309"/>
            <ac:spMk id="9" creationId="{E2384209-CB15-4CDF-9D31-C44FD9A3F20D}"/>
          </ac:spMkLst>
        </pc:spChg>
        <pc:spChg chg="add del">
          <ac:chgData name="Thomas E. Allen" userId="fac1e450-38fb-4bf3-b565-8fec8795d0e7" providerId="ADAL" clId="{7E3A5CB4-CCF8-5D69-894C-14E127D6541A}" dt="2025-11-17T14:15:25.308" v="1874" actId="26606"/>
          <ac:spMkLst>
            <pc:docMk/>
            <pc:sldMk cId="194583602" sldId="309"/>
            <ac:spMk id="10" creationId="{2633B3B5-CC90-43F0-8714-D31D1F3F0209}"/>
          </ac:spMkLst>
        </pc:spChg>
        <pc:spChg chg="add del">
          <ac:chgData name="Thomas E. Allen" userId="fac1e450-38fb-4bf3-b565-8fec8795d0e7" providerId="ADAL" clId="{7E3A5CB4-CCF8-5D69-894C-14E127D6541A}" dt="2025-11-17T14:15:11.175" v="1870" actId="26606"/>
          <ac:spMkLst>
            <pc:docMk/>
            <pc:sldMk cId="194583602" sldId="309"/>
            <ac:spMk id="11" creationId="{AB8C311F-7253-4AED-9701-7FC0708C41C7}"/>
          </ac:spMkLst>
        </pc:spChg>
        <pc:spChg chg="add del">
          <ac:chgData name="Thomas E. Allen" userId="fac1e450-38fb-4bf3-b565-8fec8795d0e7" providerId="ADAL" clId="{7E3A5CB4-CCF8-5D69-894C-14E127D6541A}" dt="2025-11-17T14:15:25.308" v="1874" actId="26606"/>
          <ac:spMkLst>
            <pc:docMk/>
            <pc:sldMk cId="194583602" sldId="309"/>
            <ac:spMk id="12" creationId="{A8D57A06-A426-446D-B02C-A2DC6B62E45E}"/>
          </ac:spMkLst>
        </pc:spChg>
        <pc:spChg chg="add del">
          <ac:chgData name="Thomas E. Allen" userId="fac1e450-38fb-4bf3-b565-8fec8795d0e7" providerId="ADAL" clId="{7E3A5CB4-CCF8-5D69-894C-14E127D6541A}" dt="2025-11-17T14:15:11.175" v="1870" actId="26606"/>
          <ac:spMkLst>
            <pc:docMk/>
            <pc:sldMk cId="194583602" sldId="309"/>
            <ac:spMk id="13" creationId="{E2384209-CB15-4CDF-9D31-C44FD9A3F20D}"/>
          </ac:spMkLst>
        </pc:spChg>
        <pc:spChg chg="add del">
          <ac:chgData name="Thomas E. Allen" userId="fac1e450-38fb-4bf3-b565-8fec8795d0e7" providerId="ADAL" clId="{7E3A5CB4-CCF8-5D69-894C-14E127D6541A}" dt="2025-11-17T14:15:42.181" v="1880" actId="26606"/>
          <ac:spMkLst>
            <pc:docMk/>
            <pc:sldMk cId="194583602" sldId="309"/>
            <ac:spMk id="14" creationId="{42A4FC2C-047E-45A5-965D-8E1E3BF09BC6}"/>
          </ac:spMkLst>
        </pc:spChg>
        <pc:spChg chg="add del">
          <ac:chgData name="Thomas E. Allen" userId="fac1e450-38fb-4bf3-b565-8fec8795d0e7" providerId="ADAL" clId="{7E3A5CB4-CCF8-5D69-894C-14E127D6541A}" dt="2025-11-17T14:15:11.175" v="1870" actId="26606"/>
          <ac:spMkLst>
            <pc:docMk/>
            <pc:sldMk cId="194583602" sldId="309"/>
            <ac:spMk id="15" creationId="{2633B3B5-CC90-43F0-8714-D31D1F3F0209}"/>
          </ac:spMkLst>
        </pc:spChg>
        <pc:spChg chg="add del">
          <ac:chgData name="Thomas E. Allen" userId="fac1e450-38fb-4bf3-b565-8fec8795d0e7" providerId="ADAL" clId="{7E3A5CB4-CCF8-5D69-894C-14E127D6541A}" dt="2025-11-17T14:15:41.243" v="1877" actId="26606"/>
          <ac:spMkLst>
            <pc:docMk/>
            <pc:sldMk cId="194583602" sldId="309"/>
            <ac:spMk id="16" creationId="{3B432D73-5C38-474F-AF96-A3228731BF36}"/>
          </ac:spMkLst>
        </pc:spChg>
        <pc:spChg chg="add del">
          <ac:chgData name="Thomas E. Allen" userId="fac1e450-38fb-4bf3-b565-8fec8795d0e7" providerId="ADAL" clId="{7E3A5CB4-CCF8-5D69-894C-14E127D6541A}" dt="2025-11-17T14:15:11.175" v="1870" actId="26606"/>
          <ac:spMkLst>
            <pc:docMk/>
            <pc:sldMk cId="194583602" sldId="309"/>
            <ac:spMk id="17" creationId="{A8D57A06-A426-446D-B02C-A2DC6B62E45E}"/>
          </ac:spMkLst>
        </pc:spChg>
        <pc:spChg chg="add del">
          <ac:chgData name="Thomas E. Allen" userId="fac1e450-38fb-4bf3-b565-8fec8795d0e7" providerId="ADAL" clId="{7E3A5CB4-CCF8-5D69-894C-14E127D6541A}" dt="2025-11-17T14:15:42.179" v="1879" actId="26606"/>
          <ac:spMkLst>
            <pc:docMk/>
            <pc:sldMk cId="194583602" sldId="309"/>
            <ac:spMk id="18" creationId="{AB8C311F-7253-4AED-9701-7FC0708C41C7}"/>
          </ac:spMkLst>
        </pc:spChg>
        <pc:spChg chg="add del">
          <ac:chgData name="Thomas E. Allen" userId="fac1e450-38fb-4bf3-b565-8fec8795d0e7" providerId="ADAL" clId="{7E3A5CB4-CCF8-5D69-894C-14E127D6541A}" dt="2025-11-17T14:15:20.376" v="1872" actId="26606"/>
          <ac:spMkLst>
            <pc:docMk/>
            <pc:sldMk cId="194583602" sldId="309"/>
            <ac:spMk id="19" creationId="{42A4FC2C-047E-45A5-965D-8E1E3BF09BC6}"/>
          </ac:spMkLst>
        </pc:spChg>
        <pc:spChg chg="add del">
          <ac:chgData name="Thomas E. Allen" userId="fac1e450-38fb-4bf3-b565-8fec8795d0e7" providerId="ADAL" clId="{7E3A5CB4-CCF8-5D69-894C-14E127D6541A}" dt="2025-11-17T14:15:42.179" v="1879" actId="26606"/>
          <ac:spMkLst>
            <pc:docMk/>
            <pc:sldMk cId="194583602" sldId="309"/>
            <ac:spMk id="21" creationId="{E2384209-CB15-4CDF-9D31-C44FD9A3F20D}"/>
          </ac:spMkLst>
        </pc:spChg>
        <pc:spChg chg="add del">
          <ac:chgData name="Thomas E. Allen" userId="fac1e450-38fb-4bf3-b565-8fec8795d0e7" providerId="ADAL" clId="{7E3A5CB4-CCF8-5D69-894C-14E127D6541A}" dt="2025-11-17T14:15:42.179" v="1879" actId="26606"/>
          <ac:spMkLst>
            <pc:docMk/>
            <pc:sldMk cId="194583602" sldId="309"/>
            <ac:spMk id="23" creationId="{2633B3B5-CC90-43F0-8714-D31D1F3F0209}"/>
          </ac:spMkLst>
        </pc:spChg>
        <pc:spChg chg="add del">
          <ac:chgData name="Thomas E. Allen" userId="fac1e450-38fb-4bf3-b565-8fec8795d0e7" providerId="ADAL" clId="{7E3A5CB4-CCF8-5D69-894C-14E127D6541A}" dt="2025-11-17T14:15:42.179" v="1879" actId="26606"/>
          <ac:spMkLst>
            <pc:docMk/>
            <pc:sldMk cId="194583602" sldId="309"/>
            <ac:spMk id="25" creationId="{A8D57A06-A426-446D-B02C-A2DC6B62E45E}"/>
          </ac:spMkLst>
        </pc:spChg>
        <pc:spChg chg="add">
          <ac:chgData name="Thomas E. Allen" userId="fac1e450-38fb-4bf3-b565-8fec8795d0e7" providerId="ADAL" clId="{7E3A5CB4-CCF8-5D69-894C-14E127D6541A}" dt="2025-11-17T14:15:42.181" v="1880" actId="26606"/>
          <ac:spMkLst>
            <pc:docMk/>
            <pc:sldMk cId="194583602" sldId="309"/>
            <ac:spMk id="27" creationId="{42A4FC2C-047E-45A5-965D-8E1E3BF09BC6}"/>
          </ac:spMkLst>
        </pc:spChg>
        <pc:picChg chg="add mod">
          <ac:chgData name="Thomas E. Allen" userId="fac1e450-38fb-4bf3-b565-8fec8795d0e7" providerId="ADAL" clId="{7E3A5CB4-CCF8-5D69-894C-14E127D6541A}" dt="2025-11-17T14:15:42.179" v="1879" actId="26606"/>
          <ac:picMkLst>
            <pc:docMk/>
            <pc:sldMk cId="194583602" sldId="309"/>
            <ac:picMk id="6" creationId="{4FDFB9B7-D3D6-32D5-44D9-C92258656F34}"/>
          </ac:picMkLst>
        </pc:picChg>
      </pc:sldChg>
      <pc:sldChg chg="new del">
        <pc:chgData name="Thomas E. Allen" userId="fac1e450-38fb-4bf3-b565-8fec8795d0e7" providerId="ADAL" clId="{7E3A5CB4-CCF8-5D69-894C-14E127D6541A}" dt="2025-11-17T14:04:42.053" v="1756" actId="2696"/>
        <pc:sldMkLst>
          <pc:docMk/>
          <pc:sldMk cId="2132402433" sldId="309"/>
        </pc:sldMkLst>
      </pc:sldChg>
      <pc:sldChg chg="modSp new del mod">
        <pc:chgData name="Thomas E. Allen" userId="fac1e450-38fb-4bf3-b565-8fec8795d0e7" providerId="ADAL" clId="{7E3A5CB4-CCF8-5D69-894C-14E127D6541A}" dt="2025-11-17T14:06:52.018" v="1837" actId="2696"/>
        <pc:sldMkLst>
          <pc:docMk/>
          <pc:sldMk cId="2414094678" sldId="309"/>
        </pc:sldMkLst>
        <pc:spChg chg="mod">
          <ac:chgData name="Thomas E. Allen" userId="fac1e450-38fb-4bf3-b565-8fec8795d0e7" providerId="ADAL" clId="{7E3A5CB4-CCF8-5D69-894C-14E127D6541A}" dt="2025-11-17T14:06:47.918" v="1836" actId="20577"/>
          <ac:spMkLst>
            <pc:docMk/>
            <pc:sldMk cId="2414094678" sldId="309"/>
            <ac:spMk id="2" creationId="{58F2F022-7980-2AD1-A72B-0052CC2E3848}"/>
          </ac:spMkLst>
        </pc:spChg>
        <pc:spChg chg="mod">
          <ac:chgData name="Thomas E. Allen" userId="fac1e450-38fb-4bf3-b565-8fec8795d0e7" providerId="ADAL" clId="{7E3A5CB4-CCF8-5D69-894C-14E127D6541A}" dt="2025-11-17T14:05:16.077" v="1794" actId="5793"/>
          <ac:spMkLst>
            <pc:docMk/>
            <pc:sldMk cId="2414094678" sldId="309"/>
            <ac:spMk id="3" creationId="{99E08A71-B67B-A94E-63F7-E8E14D4BBF0E}"/>
          </ac:spMkLst>
        </pc:spChg>
      </pc:sldChg>
      <pc:sldChg chg="modSp new mod modAnim">
        <pc:chgData name="Thomas E. Allen" userId="fac1e450-38fb-4bf3-b565-8fec8795d0e7" providerId="ADAL" clId="{7E3A5CB4-CCF8-5D69-894C-14E127D6541A}" dt="2025-11-17T14:56:58.014" v="2441" actId="20577"/>
        <pc:sldMkLst>
          <pc:docMk/>
          <pc:sldMk cId="530142401" sldId="310"/>
        </pc:sldMkLst>
        <pc:spChg chg="mod">
          <ac:chgData name="Thomas E. Allen" userId="fac1e450-38fb-4bf3-b565-8fec8795d0e7" providerId="ADAL" clId="{7E3A5CB4-CCF8-5D69-894C-14E127D6541A}" dt="2025-11-17T14:55:58.864" v="2420" actId="20577"/>
          <ac:spMkLst>
            <pc:docMk/>
            <pc:sldMk cId="530142401" sldId="310"/>
            <ac:spMk id="2" creationId="{49F33EE4-1BBB-E7D6-D38D-9782F46A960C}"/>
          </ac:spMkLst>
        </pc:spChg>
        <pc:spChg chg="mod">
          <ac:chgData name="Thomas E. Allen" userId="fac1e450-38fb-4bf3-b565-8fec8795d0e7" providerId="ADAL" clId="{7E3A5CB4-CCF8-5D69-894C-14E127D6541A}" dt="2025-11-17T14:56:52.862" v="2440" actId="20577"/>
          <ac:spMkLst>
            <pc:docMk/>
            <pc:sldMk cId="530142401" sldId="310"/>
            <ac:spMk id="3" creationId="{A0FD951F-3EA4-6CA3-3668-89AA6BB796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E4DC0-1748-BE44-AF6F-72BA8D46AAB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2BC7A-3889-2147-AFF5-49E629096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1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28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28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day: not a firehose of new content I want to zoom out: what did we </a:t>
            </a:r>
            <a:r>
              <a:rPr lang="en-US" i="1" dirty="0"/>
              <a:t>actually</a:t>
            </a:r>
            <a:r>
              <a:rPr lang="en-US" dirty="0"/>
              <a:t> do this term, where does this fit into the bigger AI story, and what might this look like if I teach this again in 2028.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0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62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68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 is eating the stock market” (not a finance class lol): enormous capital invested → there </a:t>
            </a:r>
            <a:r>
              <a:rPr lang="en-US" i="1" dirty="0"/>
              <a:t>will</a:t>
            </a:r>
            <a:r>
              <a:rPr lang="en-US" dirty="0"/>
              <a:t> be demand for people who know how to wire models into data and workflows, even if hype cools.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58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Educated bets, not prophecies!</a:t>
            </a:r>
          </a:p>
          <a:p>
            <a:endParaRPr lang="en-US" dirty="0"/>
          </a:p>
          <a:p>
            <a:r>
              <a:rPr lang="en-US" dirty="0" err="1"/>
              <a:t>LLMOps</a:t>
            </a:r>
            <a:r>
              <a:rPr lang="en-US" dirty="0"/>
              <a:t> are the </a:t>
            </a:r>
            <a:r>
              <a:rPr lang="en-US" b="1" dirty="0"/>
              <a:t>practices, tools, and workflows for deploying, monitoring, and safely operating LLM-powered systems in production</a:t>
            </a:r>
            <a:r>
              <a:rPr lang="en-US" dirty="0"/>
              <a:t>, covering everything from data pipelines and model selection to guardrails, evaluation, cost control, and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80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00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= boring!</a:t>
            </a:r>
          </a:p>
          <a:p>
            <a:endParaRPr lang="en-US" dirty="0"/>
          </a:p>
          <a:p>
            <a:r>
              <a:rPr lang="en-US" dirty="0"/>
              <a:t>You already built small agents: systems that</a:t>
            </a:r>
          </a:p>
          <a:p>
            <a:r>
              <a:rPr lang="en-US" dirty="0"/>
              <a:t>take a user request,</a:t>
            </a:r>
          </a:p>
          <a:p>
            <a:r>
              <a:rPr lang="en-US" dirty="0"/>
              <a:t>retrieve info,</a:t>
            </a:r>
          </a:p>
          <a:p>
            <a:r>
              <a:rPr lang="en-US" dirty="0"/>
              <a:t>choose tools,</a:t>
            </a:r>
          </a:p>
          <a:p>
            <a:r>
              <a:rPr lang="en-US" dirty="0"/>
              <a:t>and enforce safety rules.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04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an LLM “agent” watching logs, noticing “answers got worse last week,” and automatically:</a:t>
            </a:r>
          </a:p>
          <a:p>
            <a:pPr lvl="1"/>
            <a:r>
              <a:rPr lang="en-US" dirty="0"/>
              <a:t>updating retrieval config, or</a:t>
            </a:r>
          </a:p>
          <a:p>
            <a:pPr lvl="1"/>
            <a:r>
              <a:rPr lang="en-US" dirty="0"/>
              <a:t>rolling back a bad prompt, or</a:t>
            </a:r>
          </a:p>
          <a:p>
            <a:pPr lvl="1"/>
            <a:r>
              <a:rPr lang="en-US" dirty="0"/>
              <a:t>flagging issues for a human.</a:t>
            </a:r>
          </a:p>
          <a:p>
            <a:endParaRPr lang="en-US" dirty="0"/>
          </a:p>
          <a:p>
            <a:r>
              <a:rPr lang="en-US" dirty="0"/>
              <a:t>Any time you worried about jailbreaks, off-topic responses, or evaluation: that’s the seed of </a:t>
            </a:r>
            <a:r>
              <a:rPr lang="en-US" dirty="0" err="1"/>
              <a:t>LLMOps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59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already thought about:</a:t>
            </a:r>
          </a:p>
          <a:p>
            <a:pPr lvl="1"/>
            <a:r>
              <a:rPr lang="en-US" dirty="0"/>
              <a:t>context windows,</a:t>
            </a:r>
          </a:p>
          <a:p>
            <a:pPr lvl="1"/>
            <a:r>
              <a:rPr lang="en-US" dirty="0"/>
              <a:t>cost per 1K tokens,</a:t>
            </a:r>
          </a:p>
          <a:p>
            <a:pPr lvl="1"/>
            <a:r>
              <a:rPr lang="en-US" dirty="0"/>
              <a:t>local versus hosted models.</a:t>
            </a:r>
          </a:p>
          <a:p>
            <a:r>
              <a:rPr lang="en-US" dirty="0"/>
              <a:t>That mindset is what choosing between big vs small models will look like in practice.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“All this has happened before, all this will happen again.”</a:t>
            </a:r>
          </a:p>
          <a:p>
            <a:r>
              <a:rPr lang="en-US" dirty="0"/>
              <a:t>A lot of ‘classical AI’—search, planning, logic—will sit underneath LLM-based interfaces.</a:t>
            </a:r>
          </a:p>
          <a:p>
            <a:r>
              <a:rPr lang="en-US" dirty="0"/>
              <a:t>This is why thinking clearly about </a:t>
            </a:r>
            <a:r>
              <a:rPr lang="en-US" b="1" dirty="0"/>
              <a:t>state, actions, constraints</a:t>
            </a:r>
            <a:r>
              <a:rPr lang="en-US" dirty="0"/>
              <a:t> still matters.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1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3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2BC7A-3889-2147-AFF5-49E6290960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0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4311-B24D-DAEE-0336-5951BCAE5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709C7-A4E1-4BF5-4EF4-9A96F94F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F33-5146-9A0C-003E-BF1222A2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5EE27-ACEE-57E9-7D68-B177CB8C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2BA36-3624-04C2-34E8-DA5C94A5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1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BC2C-6CE6-19A4-C89C-6AFCE1CC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829E-0486-EDF9-3FD5-EB2975806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FB51-9F24-66C2-27F2-2A912F98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1130-9B23-6554-A484-D36E86B0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4E943-2242-FC3D-B183-76A8B8A5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7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B694-DC8F-C7C4-5B83-5D61B910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0E236-314E-FDB0-40E1-3B27FEFC9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8FF9F-FD84-5155-ECAE-B219565D4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FA543-1A0A-C804-DD5E-CAD90B8F3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3BAE9-4634-45FE-24DB-077E836A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8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D338-A305-4C0D-654B-62C20A83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C8B0-48B8-9C27-6B53-B40A55279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81BF2-7B25-AA32-4B54-B9836E665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EAE7D-FD9C-2227-BDB0-67F622B8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F1C80-77CA-07BF-AF3B-8A5B6B25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9C94-9D3D-FF2F-F505-1559D394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2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496C-E82F-C865-CD89-6684F635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7CF75-FAE7-66FE-E6F2-EF8A2CD3C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377D3-0A4B-5BE5-E3EF-755702CBB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2A1AB-D3F5-0AFA-D55F-D9DA93201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FBA3E-59F2-AAC8-9AAA-3C49BDE80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33AEC2-E6B4-6504-AFBB-D010E2A9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53A87-FE24-5E6A-4D42-4C3720EC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B642D-007F-668B-EF49-CFB5A54D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1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E674-9B1D-6CCB-F43B-485B1287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84CBB-2F04-3645-FA49-50EE0F9C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4DB49-A6F4-5B57-2388-DE3F2137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12F9D-13E8-BD8B-C73B-C81C9309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0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DCEC-968D-B12C-0642-10955B2D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A0703-BF90-2B39-63F3-04973A37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80F79-E637-45C6-B4BA-95555E8B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9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2C01-9972-7BEA-DB1A-C467E62F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1EFC-BB5E-708A-9D5F-D7A84A42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FB105-F57F-DBAB-D273-36F29CB83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34799-2A6E-180F-57FA-4F7C28EB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3A77E-3681-DBBE-36E0-C271F120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79D2D-D489-8F1A-33C6-B60C587D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6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9A3B-BA69-2B5A-C1EA-A3147390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C4943-8398-054A-9D89-67CBFAC10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1F7B-688E-0CE7-D0E6-ACEA997F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17C67-FDC9-6564-3D1E-947A238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0DDDE-F732-ED13-B295-31341D21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5F9E8-4CF4-25BC-7CD7-C545BB45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7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F71-10B4-2D37-CED6-A3F2248C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40113-630F-8E89-4138-20249CF9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1BB53-1E10-D924-7CF7-C53EB6F8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D8BD5-8F71-219C-F6E1-2D878DB3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CDB5B-3033-A734-42D9-CED4917B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0D277-8679-9FCA-C41C-4FC93510A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62AB2-F85E-DF0B-7821-84B5F9AC0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811D8-1149-AEEA-7286-84EECFEE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040C-08D8-541C-AFF9-6FBA107C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4543A-C4DC-B2B4-A30D-349680FE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E6DCB-DCB3-9DE9-52B3-6B67E62B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7077-06A2-7810-3967-B54D1D6CC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65E4-652E-3B41-0D76-2632F42AA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56136-A9AA-0544-BD4E-A6AB4C6E906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B790B-21E7-3071-E09A-6A9C4850D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4BC7B-5151-E2A4-3B6C-E327DDD38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CEEF8-3799-094C-BB88-F62AA27F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7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E76F-2756-D09A-BFB3-2DCC5F6D5E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Where AI-Powered Applications Are Heading </a:t>
            </a:r>
            <a:br>
              <a:rPr lang="en-US" sz="6600" dirty="0"/>
            </a:br>
            <a:r>
              <a:rPr lang="en-US" sz="4400" dirty="0"/>
              <a:t>(2025 → 2028)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807B2-0229-B880-81E2-1D888F6D9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917"/>
            <a:ext cx="9144000" cy="1655762"/>
          </a:xfrm>
        </p:spPr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Unit 9: Course Conclusion: AI in Context</a:t>
            </a:r>
          </a:p>
        </p:txBody>
      </p:sp>
    </p:spTree>
    <p:extLst>
      <p:ext uri="{BB962C8B-B14F-4D97-AF65-F5344CB8AC3E}">
        <p14:creationId xmlns:p14="http://schemas.microsoft.com/office/powerpoint/2010/main" val="29549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D0A2-CBFD-29C5-1D8C-5905B733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9E5E-03A2-01DB-25BD-C3CF6BF00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Conclude conceptual part of course today</a:t>
            </a:r>
          </a:p>
          <a:p>
            <a:r>
              <a:rPr lang="en-US" dirty="0"/>
              <a:t>Paper Test 2 – Wednesday</a:t>
            </a:r>
          </a:p>
          <a:p>
            <a:r>
              <a:rPr lang="en-US" dirty="0"/>
              <a:t>Final Project – Until the end of the semester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95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9890-DCA8-CA70-A7D1-120F5091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31B9-21FE-B4FB-9E86-FCEF0A0E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CCFDE-F830-9554-4FEC-0381DFE8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 Test 2 Wednesday</a:t>
            </a:r>
          </a:p>
          <a:p>
            <a:pPr lvl="1"/>
            <a:r>
              <a:rPr lang="en-US" dirty="0"/>
              <a:t>Review Guide, Essay Questions on Moodle</a:t>
            </a:r>
          </a:p>
          <a:p>
            <a:r>
              <a:rPr lang="en-US" dirty="0"/>
              <a:t>Final Project</a:t>
            </a:r>
          </a:p>
          <a:p>
            <a:pPr lvl="1"/>
            <a:r>
              <a:rPr lang="en-US" dirty="0"/>
              <a:t>Check-In 1: SMART Milestones (deadline extended to midnight)</a:t>
            </a:r>
          </a:p>
          <a:p>
            <a:pPr lvl="1"/>
            <a:r>
              <a:rPr lang="en-US" dirty="0"/>
              <a:t>Check-In 2: Progress vs. Plan (due Friday)</a:t>
            </a:r>
          </a:p>
          <a:p>
            <a:pPr lvl="1"/>
            <a:r>
              <a:rPr lang="en-US" dirty="0"/>
              <a:t>Detailed Rubric/other links on Moodle</a:t>
            </a:r>
          </a:p>
          <a:p>
            <a:pPr lvl="2"/>
            <a:r>
              <a:rPr lang="en-US" dirty="0"/>
              <a:t>Real, working LLM application, not just vibes</a:t>
            </a:r>
          </a:p>
          <a:p>
            <a:pPr lvl="2"/>
            <a:r>
              <a:rPr lang="en-US" dirty="0"/>
              <a:t>To earn score &gt;30: Working LLM-based app</a:t>
            </a:r>
          </a:p>
          <a:p>
            <a:pPr lvl="2"/>
            <a:r>
              <a:rPr lang="en-US" dirty="0"/>
              <a:t>Equivalent to a full letter grade in the course</a:t>
            </a:r>
          </a:p>
        </p:txBody>
      </p:sp>
    </p:spTree>
    <p:extLst>
      <p:ext uri="{BB962C8B-B14F-4D97-AF65-F5344CB8AC3E}">
        <p14:creationId xmlns:p14="http://schemas.microsoft.com/office/powerpoint/2010/main" val="392326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person standing on a road with a city in the background&#10;&#10;AI-generated content may be incorrect.">
            <a:extLst>
              <a:ext uri="{FF2B5EF4-FFF2-40B4-BE49-F238E27FC236}">
                <a16:creationId xmlns:a16="http://schemas.microsoft.com/office/drawing/2014/main" id="{4FDFB9B7-D3D6-32D5-44D9-C92258656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0BB0-8077-F62A-DDEA-04DB8247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9B470-2149-4600-F44C-DC8C9662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“Where have we been? Where are we (or where is AI) going?”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dirty="0"/>
              <a:t>Reflect on what we learned this term</a:t>
            </a:r>
          </a:p>
          <a:p>
            <a:r>
              <a:rPr lang="en-US" dirty="0"/>
              <a:t>Where AI apps are going (Fall 2025 → Winter/Spring 2028)</a:t>
            </a:r>
          </a:p>
          <a:p>
            <a:r>
              <a:rPr lang="en-US" dirty="0"/>
              <a:t>Will this course still matter in a few years … and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4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3EE4-1BBB-E7D6-D38D-9782F46A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Learned this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951F-3EA4-6CA3-3668-89AA6BB79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nets, embeddings, transformers, context windows</a:t>
            </a:r>
          </a:p>
          <a:p>
            <a:r>
              <a:rPr lang="en-US" dirty="0"/>
              <a:t>Semantic search with embeddings and similarity measures</a:t>
            </a:r>
          </a:p>
          <a:p>
            <a:r>
              <a:rPr lang="en-US" dirty="0"/>
              <a:t>RAG pipelines: retrieve, ground, generate, evaluate</a:t>
            </a:r>
          </a:p>
          <a:p>
            <a:r>
              <a:rPr lang="en-US" dirty="0"/>
              <a:t>Smarter retrieval: </a:t>
            </a:r>
            <a:r>
              <a:rPr lang="en-US" dirty="0" err="1"/>
              <a:t>HyDE</a:t>
            </a:r>
            <a:r>
              <a:rPr lang="en-US" dirty="0"/>
              <a:t>, Doc2Query, hybrid search</a:t>
            </a:r>
          </a:p>
          <a:p>
            <a:r>
              <a:rPr lang="en-US" dirty="0"/>
              <a:t>Structured extraction: JSON schemas, tables, Exact Match</a:t>
            </a:r>
          </a:p>
          <a:p>
            <a:r>
              <a:rPr lang="en-US" dirty="0"/>
              <a:t>Safe NL→SQL: roles, validators, injection guardrails</a:t>
            </a:r>
          </a:p>
          <a:p>
            <a:r>
              <a:rPr lang="en-US" dirty="0"/>
              <a:t>Agents as plan–act–check loops over tools</a:t>
            </a:r>
          </a:p>
          <a:p>
            <a:r>
              <a:rPr lang="en-US" dirty="0"/>
              <a:t>Deployment choices: local, hosted, hybrid; cost vs safety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1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F8AE-F8C5-DE52-8412-18529A9A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</a:t>
            </a:r>
            <a:r>
              <a:rPr lang="en-US" i="1" dirty="0"/>
              <a:t>Really</a:t>
            </a:r>
            <a:r>
              <a:rPr lang="en-US" dirty="0"/>
              <a:t>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73C85-A23A-772D-8B59-CFB5F2CD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dirty="0"/>
              <a:t>Thinking in systems, not one-off demos</a:t>
            </a:r>
          </a:p>
          <a:p>
            <a:r>
              <a:rPr lang="en-US" dirty="0"/>
              <a:t>Handling messy data and live APIs</a:t>
            </a:r>
          </a:p>
          <a:p>
            <a:r>
              <a:rPr lang="en-US" dirty="0"/>
              <a:t>Turning vague ideas into experiments</a:t>
            </a:r>
          </a:p>
          <a:p>
            <a:r>
              <a:rPr lang="en-US" dirty="0"/>
              <a:t>Building and debugging LLM workflows</a:t>
            </a:r>
          </a:p>
          <a:p>
            <a:r>
              <a:rPr lang="en-US" dirty="0"/>
              <a:t>Using retrieval and evidence responsibly</a:t>
            </a:r>
          </a:p>
          <a:p>
            <a:r>
              <a:rPr lang="en-US" dirty="0"/>
              <a:t>Adding guardrails for safety and reliability</a:t>
            </a:r>
          </a:p>
          <a:p>
            <a:r>
              <a:rPr lang="en-US" dirty="0"/>
              <a:t>Explaining these systems clearly to others</a:t>
            </a:r>
          </a:p>
        </p:txBody>
      </p:sp>
    </p:spTree>
    <p:extLst>
      <p:ext uri="{BB962C8B-B14F-4D97-AF65-F5344CB8AC3E}">
        <p14:creationId xmlns:p14="http://schemas.microsoft.com/office/powerpoint/2010/main" val="141109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/singaporefi - SP500 now disproportionately invested into AI and Tech">
            <a:extLst>
              <a:ext uri="{FF2B5EF4-FFF2-40B4-BE49-F238E27FC236}">
                <a16:creationId xmlns:a16="http://schemas.microsoft.com/office/drawing/2014/main" id="{D2D83B14-F222-2DD1-5751-1963FC41C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3"/>
          <a:stretch>
            <a:fillRect/>
          </a:stretch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884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30BC-7E3B-8C08-5342-65C2C79B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AI Apps Matter Right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3B732-218F-979D-02EC-2FD5BB464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7560" cy="4351338"/>
          </a:xfrm>
        </p:spPr>
        <p:txBody>
          <a:bodyPr/>
          <a:lstStyle/>
          <a:p>
            <a:r>
              <a:rPr lang="en-US" dirty="0"/>
              <a:t>Big chunk of market cap is tied to </a:t>
            </a:r>
            <a:r>
              <a:rPr lang="en-US" b="1" dirty="0"/>
              <a:t>AI expectations</a:t>
            </a:r>
            <a:endParaRPr lang="en-US" dirty="0"/>
          </a:p>
          <a:p>
            <a:r>
              <a:rPr lang="en-US" dirty="0"/>
              <a:t>Companies rushing to ship </a:t>
            </a:r>
            <a:r>
              <a:rPr lang="en-US" b="1" dirty="0"/>
              <a:t>copilots</a:t>
            </a:r>
            <a:r>
              <a:rPr lang="en-US" dirty="0"/>
              <a:t> and </a:t>
            </a:r>
            <a:r>
              <a:rPr lang="en-US" b="1" dirty="0"/>
              <a:t>AI features</a:t>
            </a:r>
            <a:endParaRPr lang="en-US" dirty="0"/>
          </a:p>
          <a:p>
            <a:r>
              <a:rPr lang="en-US" dirty="0"/>
              <a:t>Everyone has models; fewer people can </a:t>
            </a:r>
            <a:r>
              <a:rPr lang="en-US" b="1" dirty="0">
                <a:solidFill>
                  <a:srgbClr val="C00000"/>
                </a:solidFill>
              </a:rPr>
              <a:t>build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u="sng" dirty="0">
                <a:solidFill>
                  <a:srgbClr val="C00000"/>
                </a:solidFill>
              </a:rPr>
              <a:t>reliable</a:t>
            </a:r>
            <a:r>
              <a:rPr lang="en-US" b="1" dirty="0">
                <a:solidFill>
                  <a:srgbClr val="C00000"/>
                </a:solidFill>
              </a:rPr>
              <a:t> systems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Your edge: thinking in terms of </a:t>
            </a:r>
            <a:r>
              <a:rPr lang="en-US" b="1" dirty="0"/>
              <a:t>pipelines, retrieval, and evaluation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74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B004-AA46-28C9-8CAC-7D54A123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AI Apps Are Heading (2025 → 2028)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21A9-CA6B-7ACF-2417-D84A22E6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Retrieval-first, data-centric architectures</a:t>
            </a:r>
          </a:p>
          <a:p>
            <a:r>
              <a:rPr lang="en-US" dirty="0"/>
              <a:t>Agentic AI and orchestration layers</a:t>
            </a:r>
          </a:p>
          <a:p>
            <a:r>
              <a:rPr lang="en-US" dirty="0" err="1"/>
              <a:t>LLMOps</a:t>
            </a:r>
            <a:r>
              <a:rPr lang="en-US" dirty="0"/>
              <a:t> and self-healing pipelines</a:t>
            </a:r>
          </a:p>
          <a:p>
            <a:r>
              <a:rPr lang="en-US" dirty="0"/>
              <a:t>SLMs and SMMs: smaller / open / on-device models</a:t>
            </a:r>
          </a:p>
          <a:p>
            <a:r>
              <a:rPr lang="en-US" dirty="0"/>
              <a:t>What is old is new again</a:t>
            </a:r>
            <a:r>
              <a:rPr lang="en-US" dirty="0">
                <a:sym typeface="Wingdings" pitchFamily="2" charset="2"/>
              </a:rPr>
              <a:t> (e.g., </a:t>
            </a:r>
            <a:r>
              <a:rPr lang="en-US" dirty="0"/>
              <a:t>planning, formal verification)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5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9FE6-B3C1-DEB7-EC3D-D66C6232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Retrieval-First, Data-Centric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E878-579F-FAF8-39D6-0696E389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giant models → </a:t>
            </a:r>
            <a:r>
              <a:rPr lang="en-US" b="1" dirty="0">
                <a:solidFill>
                  <a:srgbClr val="C00000"/>
                </a:solidFill>
              </a:rPr>
              <a:t>better retrieval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Indexes, metadata, schemas, permissions = </a:t>
            </a:r>
            <a:r>
              <a:rPr lang="en-US" b="1" dirty="0"/>
              <a:t>core infra </a:t>
            </a:r>
            <a:r>
              <a:rPr lang="en-US" sz="2000" dirty="0"/>
              <a:t>(-structure)</a:t>
            </a:r>
            <a:endParaRPr lang="en-US" dirty="0"/>
          </a:p>
          <a:p>
            <a:r>
              <a:rPr lang="en-US" dirty="0"/>
              <a:t>RAG becomes </a:t>
            </a:r>
            <a:r>
              <a:rPr lang="en-US" b="1" dirty="0"/>
              <a:t>the query layer</a:t>
            </a:r>
            <a:r>
              <a:rPr lang="en-US" dirty="0"/>
              <a:t> for org data</a:t>
            </a:r>
          </a:p>
          <a:p>
            <a:r>
              <a:rPr lang="en-US" dirty="0"/>
              <a:t>For accuracy: Data quality &gt; model size</a:t>
            </a:r>
          </a:p>
          <a:p>
            <a:r>
              <a:rPr lang="en-US" dirty="0"/>
              <a:t>Advantage shifts toward </a:t>
            </a:r>
            <a:r>
              <a:rPr lang="en-US" b="1" dirty="0"/>
              <a:t>data engineering and governance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2AD7-C835-5A0B-D7F5-56741288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Agentic AI and Orchestration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3CF-50EB-93B9-3013-7F254012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“Agents” shifting from hype → </a:t>
            </a:r>
            <a:r>
              <a:rPr lang="en-US" b="1" dirty="0"/>
              <a:t>practical workflow components</a:t>
            </a:r>
          </a:p>
          <a:p>
            <a:r>
              <a:rPr lang="en-US" b="1" dirty="0"/>
              <a:t>Multi-agent</a:t>
            </a:r>
            <a:r>
              <a:rPr lang="en-US" dirty="0"/>
              <a:t> setups under the hood; users see simple features</a:t>
            </a:r>
          </a:p>
          <a:p>
            <a:r>
              <a:rPr lang="en-US" dirty="0"/>
              <a:t>Orchestration layers </a:t>
            </a:r>
            <a:r>
              <a:rPr lang="en-US" b="1" dirty="0"/>
              <a:t>coordinate tools, retrieval, and models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2023: “</a:t>
            </a:r>
            <a:r>
              <a:rPr lang="en-US" dirty="0" err="1"/>
              <a:t>AutoGPT</a:t>
            </a:r>
            <a:r>
              <a:rPr lang="en-US" dirty="0"/>
              <a:t> will do my job”</a:t>
            </a:r>
          </a:p>
          <a:p>
            <a:pPr marL="0" indent="0">
              <a:buNone/>
            </a:pPr>
            <a:r>
              <a:rPr lang="en-US" dirty="0"/>
              <a:t>2026: </a:t>
            </a:r>
            <a:r>
              <a:rPr lang="en-US" b="1" dirty="0"/>
              <a:t>Task-specific agents</a:t>
            </a:r>
            <a:r>
              <a:rPr lang="en-US" dirty="0"/>
              <a:t> (“invoice-matching,” “triage,”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0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2C36-8C8F-8309-CEA3-BC576F8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LLMOps</a:t>
            </a:r>
            <a:r>
              <a:rPr lang="en-US" dirty="0"/>
              <a:t> and Self-Healing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AD567-AB96-A58E-21AE-FA85DAB6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Tooling for </a:t>
            </a:r>
            <a:r>
              <a:rPr lang="en-US" b="1" dirty="0"/>
              <a:t>prompt tracing, cost, and failures</a:t>
            </a:r>
            <a:r>
              <a:rPr lang="en-US" dirty="0"/>
              <a:t> (observability)</a:t>
            </a:r>
          </a:p>
          <a:p>
            <a:r>
              <a:rPr lang="en-US" dirty="0"/>
              <a:t>Continuous </a:t>
            </a:r>
            <a:r>
              <a:rPr lang="en-US" b="1" dirty="0"/>
              <a:t>evaluation + regression tests</a:t>
            </a:r>
            <a:r>
              <a:rPr lang="en-US" dirty="0"/>
              <a:t> for prompts/RAG</a:t>
            </a:r>
          </a:p>
          <a:p>
            <a:r>
              <a:rPr lang="en-US" dirty="0"/>
              <a:t>Pipelines that </a:t>
            </a:r>
            <a:r>
              <a:rPr lang="en-US" b="1" dirty="0"/>
              <a:t>detect drift or odd outputs</a:t>
            </a:r>
            <a:r>
              <a:rPr lang="en-US" dirty="0"/>
              <a:t> and adapt</a:t>
            </a:r>
          </a:p>
          <a:p>
            <a:r>
              <a:rPr lang="en-US" dirty="0"/>
              <a:t>Early steps toward </a:t>
            </a:r>
            <a:r>
              <a:rPr lang="en-US" b="1" dirty="0"/>
              <a:t>self-healing systems</a:t>
            </a:r>
            <a:r>
              <a:rPr lang="en-US" dirty="0"/>
              <a:t> that diagnose + patch</a:t>
            </a:r>
          </a:p>
        </p:txBody>
      </p:sp>
    </p:spTree>
    <p:extLst>
      <p:ext uri="{BB962C8B-B14F-4D97-AF65-F5344CB8AC3E}">
        <p14:creationId xmlns:p14="http://schemas.microsoft.com/office/powerpoint/2010/main" val="17675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76A5-41F8-E177-F62B-4C4F0884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Small, Open, and On-Device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95A0-6AF4-EE47-F579-AEEA3B8B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of </a:t>
            </a:r>
            <a:r>
              <a:rPr lang="en-US" b="1" dirty="0"/>
              <a:t>Small Language Models (SLMs)</a:t>
            </a:r>
            <a:r>
              <a:rPr lang="en-US" dirty="0"/>
              <a:t> for many tasks</a:t>
            </a:r>
          </a:p>
          <a:p>
            <a:r>
              <a:rPr lang="en-US" dirty="0"/>
              <a:t>Trade-off: smaller, cheaper, faster, often “good enough”</a:t>
            </a:r>
          </a:p>
          <a:p>
            <a:r>
              <a:rPr lang="en-US" b="1" dirty="0"/>
              <a:t>On-device / on-prem</a:t>
            </a:r>
            <a:r>
              <a:rPr lang="en-US" dirty="0"/>
              <a:t> for privacy and low latency</a:t>
            </a:r>
          </a:p>
          <a:p>
            <a:r>
              <a:rPr lang="en-US" dirty="0"/>
              <a:t>Future: most systems use a </a:t>
            </a:r>
            <a:r>
              <a:rPr lang="en-US" b="1" dirty="0"/>
              <a:t>mix of large + small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8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1032-EA17-C4C1-8061-2AD9658A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Old Ideas Make a Comeback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379F-155A-9B1C-F649-858EC18EC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nets nearly died out </a:t>
            </a:r>
            <a:r>
              <a:rPr lang="en-US" i="1" dirty="0"/>
              <a:t>twice. </a:t>
            </a:r>
          </a:p>
          <a:p>
            <a:r>
              <a:rPr lang="en-US" dirty="0"/>
              <a:t>Ideas return when tech catches up</a:t>
            </a:r>
          </a:p>
          <a:p>
            <a:r>
              <a:rPr lang="en-US" dirty="0"/>
              <a:t>LLMs excel at </a:t>
            </a:r>
            <a:r>
              <a:rPr lang="en-US" b="1" dirty="0"/>
              <a:t>language</a:t>
            </a:r>
            <a:r>
              <a:rPr lang="en-US" dirty="0"/>
              <a:t>, not at planning or logic</a:t>
            </a:r>
          </a:p>
          <a:p>
            <a:r>
              <a:rPr lang="en-US" dirty="0"/>
              <a:t>Hybrid systems: models propose, </a:t>
            </a:r>
            <a:r>
              <a:rPr lang="en-US" b="1" dirty="0"/>
              <a:t>planners/verifiers</a:t>
            </a:r>
            <a:r>
              <a:rPr lang="en-US" dirty="0"/>
              <a:t> check</a:t>
            </a:r>
          </a:p>
          <a:p>
            <a:r>
              <a:rPr lang="en-US" dirty="0"/>
              <a:t>Formal methods revived for </a:t>
            </a:r>
            <a:r>
              <a:rPr lang="en-US" b="1" dirty="0"/>
              <a:t>LLM-generated code + critical 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4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D0F8-2034-11D8-658F-3A0F9CF6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DSC 360 in 2028: What Might Be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98E5D-B9EC-4617-6E59-8E8FBB31B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b="1" dirty="0"/>
              <a:t>multi-agent workflows</a:t>
            </a:r>
            <a:r>
              <a:rPr lang="en-US" dirty="0"/>
              <a:t> and orchestration by default</a:t>
            </a:r>
          </a:p>
          <a:p>
            <a:r>
              <a:rPr lang="en-US" dirty="0"/>
              <a:t>Greater emphasis on </a:t>
            </a:r>
            <a:r>
              <a:rPr lang="en-US" b="1" dirty="0"/>
              <a:t>evaluation, logging, and </a:t>
            </a:r>
            <a:r>
              <a:rPr lang="en-US" b="1" dirty="0" err="1"/>
              <a:t>LLMOps</a:t>
            </a:r>
            <a:endParaRPr lang="en-US" dirty="0"/>
          </a:p>
          <a:p>
            <a:r>
              <a:rPr lang="en-US" dirty="0"/>
              <a:t>More </a:t>
            </a:r>
            <a:r>
              <a:rPr lang="en-US" b="1" dirty="0"/>
              <a:t>small/open models</a:t>
            </a:r>
            <a:r>
              <a:rPr lang="en-US" dirty="0"/>
              <a:t> running locally</a:t>
            </a:r>
          </a:p>
          <a:p>
            <a:r>
              <a:rPr lang="en-US" dirty="0"/>
              <a:t>Less “What is RAG?” → more </a:t>
            </a:r>
            <a:r>
              <a:rPr lang="en-US" b="1" dirty="0"/>
              <a:t>advanced retrieval methods</a:t>
            </a:r>
            <a:endParaRPr lang="en-US" dirty="0"/>
          </a:p>
          <a:p>
            <a:r>
              <a:rPr lang="en-US" dirty="0"/>
              <a:t>More </a:t>
            </a:r>
            <a:r>
              <a:rPr lang="en-US" b="1" dirty="0"/>
              <a:t>formal checks</a:t>
            </a:r>
            <a:r>
              <a:rPr lang="en-US" dirty="0"/>
              <a:t> for safety and correctness</a:t>
            </a:r>
          </a:p>
        </p:txBody>
      </p:sp>
    </p:spTree>
    <p:extLst>
      <p:ext uri="{BB962C8B-B14F-4D97-AF65-F5344CB8AC3E}">
        <p14:creationId xmlns:p14="http://schemas.microsoft.com/office/powerpoint/2010/main" val="371866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C3F6-A5F6-D80D-430E-ACE5D5EC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6191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You Can Honestly Claim You Know How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DD71-A4AD-4511-6709-E5B89ACC9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an </a:t>
            </a:r>
            <a:r>
              <a:rPr lang="en-US" b="1" dirty="0"/>
              <a:t>LLM-powered application</a:t>
            </a:r>
            <a:r>
              <a:rPr lang="en-US" dirty="0"/>
              <a:t> end-to-end</a:t>
            </a:r>
          </a:p>
          <a:p>
            <a:r>
              <a:rPr lang="en-US" dirty="0"/>
              <a:t>Worked with </a:t>
            </a:r>
            <a:r>
              <a:rPr lang="en-US" b="1" dirty="0"/>
              <a:t>APIs, JSON, and config</a:t>
            </a:r>
            <a:r>
              <a:rPr lang="en-US" dirty="0"/>
              <a:t>, not just chat UIs</a:t>
            </a:r>
          </a:p>
          <a:p>
            <a:r>
              <a:rPr lang="en-US" dirty="0"/>
              <a:t>Designed </a:t>
            </a:r>
            <a:r>
              <a:rPr lang="en-US" b="1" dirty="0"/>
              <a:t>prompts and retrieval pipelines</a:t>
            </a:r>
            <a:r>
              <a:rPr lang="en-US" dirty="0"/>
              <a:t> for real tasks</a:t>
            </a:r>
          </a:p>
          <a:p>
            <a:r>
              <a:rPr lang="en-US" dirty="0"/>
              <a:t>Considered </a:t>
            </a:r>
            <a:r>
              <a:rPr lang="en-US" b="1" dirty="0"/>
              <a:t>safety, failure modes, and evaluation</a:t>
            </a:r>
            <a:endParaRPr lang="en-US" dirty="0"/>
          </a:p>
          <a:p>
            <a:r>
              <a:rPr lang="en-US" dirty="0"/>
              <a:t>Delivered a </a:t>
            </a:r>
            <a:r>
              <a:rPr lang="en-US" b="1" dirty="0"/>
              <a:t>project with moving parts and real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53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5164-FE27-9740-EA6B-1E66C777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44DF3-365E-B596-0F8F-59D31F2F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Concepts last; </a:t>
            </a:r>
            <a:r>
              <a:rPr lang="en-US" b="1" dirty="0"/>
              <a:t>APIs don’t</a:t>
            </a:r>
            <a:endParaRPr lang="en-US" dirty="0"/>
          </a:p>
          <a:p>
            <a:r>
              <a:rPr lang="en-US" dirty="0"/>
              <a:t>Retrieval, evaluation, safety remain core</a:t>
            </a:r>
          </a:p>
          <a:p>
            <a:r>
              <a:rPr lang="en-US" dirty="0"/>
              <a:t>Your “slog” shows you can manage </a:t>
            </a:r>
            <a:r>
              <a:rPr lang="en-US" b="1" dirty="0"/>
              <a:t>complex systems</a:t>
            </a:r>
            <a:endParaRPr lang="en-US" dirty="0"/>
          </a:p>
          <a:p>
            <a:r>
              <a:rPr lang="en-US" dirty="0"/>
              <a:t>Stay curious, skeptical, and experimental</a:t>
            </a:r>
          </a:p>
        </p:txBody>
      </p:sp>
    </p:spTree>
    <p:extLst>
      <p:ext uri="{BB962C8B-B14F-4D97-AF65-F5344CB8AC3E}">
        <p14:creationId xmlns:p14="http://schemas.microsoft.com/office/powerpoint/2010/main" val="220511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1095</Words>
  <Application>Microsoft Macintosh PowerPoint</Application>
  <PresentationFormat>Widescreen</PresentationFormat>
  <Paragraphs>137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Where AI-Powered Applications Are Heading  (2025 → 2028)</vt:lpstr>
      <vt:lpstr>Calendar</vt:lpstr>
      <vt:lpstr>Announcements</vt:lpstr>
      <vt:lpstr>PowerPoint Presentation</vt:lpstr>
      <vt:lpstr>The Plan</vt:lpstr>
      <vt:lpstr>What We Learned this Semester</vt:lpstr>
      <vt:lpstr>What We Really Learned</vt:lpstr>
      <vt:lpstr>PowerPoint Presentation</vt:lpstr>
      <vt:lpstr>Why AI Apps Matter Right Now</vt:lpstr>
      <vt:lpstr>Where AI Apps Are Heading (2025 → 2028)</vt:lpstr>
      <vt:lpstr>1. Retrieval-First, Data-Centric Systems</vt:lpstr>
      <vt:lpstr>2. Agentic AI and Orchestration Levels</vt:lpstr>
      <vt:lpstr>3. LLMOps and Self-Healing Pipelines</vt:lpstr>
      <vt:lpstr>4. Small, Open, and On-Device Models</vt:lpstr>
      <vt:lpstr>5. Old Ideas Make a Comeback</vt:lpstr>
      <vt:lpstr>DSC 360 in 2028: What Might Be Different?</vt:lpstr>
      <vt:lpstr>What You Can Honestly Claim You Know How to Do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E. Allen</dc:creator>
  <cp:lastModifiedBy>Thomas E. Allen</cp:lastModifiedBy>
  <cp:revision>2</cp:revision>
  <dcterms:created xsi:type="dcterms:W3CDTF">2025-11-10T13:33:19Z</dcterms:created>
  <dcterms:modified xsi:type="dcterms:W3CDTF">2025-11-17T16:53:33Z</dcterms:modified>
</cp:coreProperties>
</file>