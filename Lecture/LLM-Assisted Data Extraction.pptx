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60" r:id="rId3"/>
    <p:sldId id="257" r:id="rId4"/>
    <p:sldId id="258" r:id="rId5"/>
    <p:sldId id="261" r:id="rId6"/>
    <p:sldId id="259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2" r:id="rId15"/>
    <p:sldId id="270" r:id="rId16"/>
    <p:sldId id="273" r:id="rId17"/>
    <p:sldId id="274" r:id="rId18"/>
    <p:sldId id="275" r:id="rId19"/>
    <p:sldId id="277" r:id="rId20"/>
    <p:sldId id="278" r:id="rId21"/>
    <p:sldId id="279" r:id="rId22"/>
    <p:sldId id="280" r:id="rId23"/>
    <p:sldId id="276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17579F-9274-DD48-BA3D-A98877D9BDBB}" v="26" dt="2025-10-17T14:17:30.2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30"/>
    <p:restoredTop sz="94630"/>
  </p:normalViewPr>
  <p:slideViewPr>
    <p:cSldViewPr snapToGrid="0">
      <p:cViewPr varScale="1">
        <p:scale>
          <a:sx n="147" d="100"/>
          <a:sy n="147" d="100"/>
        </p:scale>
        <p:origin x="208" y="1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E. Allen" userId="fac1e450-38fb-4bf3-b565-8fec8795d0e7" providerId="ADAL" clId="{7E3A5CB4-CCF8-5D69-894C-14E127D6541A}"/>
    <pc:docChg chg="undo redo custSel addSld delSld modSld sldOrd">
      <pc:chgData name="Thomas E. Allen" userId="fac1e450-38fb-4bf3-b565-8fec8795d0e7" providerId="ADAL" clId="{7E3A5CB4-CCF8-5D69-894C-14E127D6541A}" dt="2025-10-17T14:17:55.696" v="1266" actId="20577"/>
      <pc:docMkLst>
        <pc:docMk/>
      </pc:docMkLst>
      <pc:sldChg chg="addSp delSp modSp mod">
        <pc:chgData name="Thomas E. Allen" userId="fac1e450-38fb-4bf3-b565-8fec8795d0e7" providerId="ADAL" clId="{7E3A5CB4-CCF8-5D69-894C-14E127D6541A}" dt="2025-10-17T13:55:30.230" v="36" actId="14100"/>
        <pc:sldMkLst>
          <pc:docMk/>
          <pc:sldMk cId="1744637034" sldId="265"/>
        </pc:sldMkLst>
        <pc:spChg chg="mod">
          <ac:chgData name="Thomas E. Allen" userId="fac1e450-38fb-4bf3-b565-8fec8795d0e7" providerId="ADAL" clId="{7E3A5CB4-CCF8-5D69-894C-14E127D6541A}" dt="2025-10-17T13:54:35.650" v="25" actId="20577"/>
          <ac:spMkLst>
            <pc:docMk/>
            <pc:sldMk cId="1744637034" sldId="265"/>
            <ac:spMk id="2" creationId="{DF3DBBF6-58D3-E0D7-165E-84AB8FEF062E}"/>
          </ac:spMkLst>
        </pc:spChg>
        <pc:spChg chg="del mod">
          <ac:chgData name="Thomas E. Allen" userId="fac1e450-38fb-4bf3-b565-8fec8795d0e7" providerId="ADAL" clId="{7E3A5CB4-CCF8-5D69-894C-14E127D6541A}" dt="2025-10-17T13:55:22.393" v="34" actId="478"/>
          <ac:spMkLst>
            <pc:docMk/>
            <pc:sldMk cId="1744637034" sldId="265"/>
            <ac:spMk id="3" creationId="{450E496B-0A04-52FC-62F2-D93A5855A6B8}"/>
          </ac:spMkLst>
        </pc:spChg>
        <pc:picChg chg="add mod">
          <ac:chgData name="Thomas E. Allen" userId="fac1e450-38fb-4bf3-b565-8fec8795d0e7" providerId="ADAL" clId="{7E3A5CB4-CCF8-5D69-894C-14E127D6541A}" dt="2025-10-17T13:55:30.230" v="36" actId="14100"/>
          <ac:picMkLst>
            <pc:docMk/>
            <pc:sldMk cId="1744637034" sldId="265"/>
            <ac:picMk id="4" creationId="{72ABBD0A-20AC-0A7A-DBE0-0E2A698A5610}"/>
          </ac:picMkLst>
        </pc:picChg>
      </pc:sldChg>
      <pc:sldChg chg="addSp delSp modSp new mod">
        <pc:chgData name="Thomas E. Allen" userId="fac1e450-38fb-4bf3-b565-8fec8795d0e7" providerId="ADAL" clId="{7E3A5CB4-CCF8-5D69-894C-14E127D6541A}" dt="2025-10-17T13:56:29.383" v="85" actId="14100"/>
        <pc:sldMkLst>
          <pc:docMk/>
          <pc:sldMk cId="3654823431" sldId="266"/>
        </pc:sldMkLst>
        <pc:spChg chg="mod">
          <ac:chgData name="Thomas E. Allen" userId="fac1e450-38fb-4bf3-b565-8fec8795d0e7" providerId="ADAL" clId="{7E3A5CB4-CCF8-5D69-894C-14E127D6541A}" dt="2025-10-17T13:56:02.100" v="82" actId="20577"/>
          <ac:spMkLst>
            <pc:docMk/>
            <pc:sldMk cId="3654823431" sldId="266"/>
            <ac:spMk id="2" creationId="{E6CAF452-A199-E350-EBC1-8A8DEE0CF70F}"/>
          </ac:spMkLst>
        </pc:spChg>
        <pc:spChg chg="del">
          <ac:chgData name="Thomas E. Allen" userId="fac1e450-38fb-4bf3-b565-8fec8795d0e7" providerId="ADAL" clId="{7E3A5CB4-CCF8-5D69-894C-14E127D6541A}" dt="2025-10-17T13:56:14.603" v="83"/>
          <ac:spMkLst>
            <pc:docMk/>
            <pc:sldMk cId="3654823431" sldId="266"/>
            <ac:spMk id="3" creationId="{79A49B5E-C07F-1D2E-A227-11BA87366D6E}"/>
          </ac:spMkLst>
        </pc:spChg>
        <pc:picChg chg="add mod">
          <ac:chgData name="Thomas E. Allen" userId="fac1e450-38fb-4bf3-b565-8fec8795d0e7" providerId="ADAL" clId="{7E3A5CB4-CCF8-5D69-894C-14E127D6541A}" dt="2025-10-17T13:56:29.383" v="85" actId="14100"/>
          <ac:picMkLst>
            <pc:docMk/>
            <pc:sldMk cId="3654823431" sldId="266"/>
            <ac:picMk id="4" creationId="{9677FCBF-F8E2-0F0D-D374-C2CD3A816A60}"/>
          </ac:picMkLst>
        </pc:picChg>
      </pc:sldChg>
      <pc:sldChg chg="addSp delSp modSp new mod">
        <pc:chgData name="Thomas E. Allen" userId="fac1e450-38fb-4bf3-b565-8fec8795d0e7" providerId="ADAL" clId="{7E3A5CB4-CCF8-5D69-894C-14E127D6541A}" dt="2025-10-17T13:58:12.412" v="258" actId="14100"/>
        <pc:sldMkLst>
          <pc:docMk/>
          <pc:sldMk cId="1612704558" sldId="267"/>
        </pc:sldMkLst>
        <pc:spChg chg="mod">
          <ac:chgData name="Thomas E. Allen" userId="fac1e450-38fb-4bf3-b565-8fec8795d0e7" providerId="ADAL" clId="{7E3A5CB4-CCF8-5D69-894C-14E127D6541A}" dt="2025-10-17T13:57:53.584" v="255" actId="20577"/>
          <ac:spMkLst>
            <pc:docMk/>
            <pc:sldMk cId="1612704558" sldId="267"/>
            <ac:spMk id="2" creationId="{0E6518F1-570A-5927-895C-D0ED37ECB393}"/>
          </ac:spMkLst>
        </pc:spChg>
        <pc:spChg chg="del">
          <ac:chgData name="Thomas E. Allen" userId="fac1e450-38fb-4bf3-b565-8fec8795d0e7" providerId="ADAL" clId="{7E3A5CB4-CCF8-5D69-894C-14E127D6541A}" dt="2025-10-17T13:58:04.101" v="256"/>
          <ac:spMkLst>
            <pc:docMk/>
            <pc:sldMk cId="1612704558" sldId="267"/>
            <ac:spMk id="3" creationId="{C9290434-414E-95CB-9D04-7994177C7EFA}"/>
          </ac:spMkLst>
        </pc:spChg>
        <pc:picChg chg="add mod">
          <ac:chgData name="Thomas E. Allen" userId="fac1e450-38fb-4bf3-b565-8fec8795d0e7" providerId="ADAL" clId="{7E3A5CB4-CCF8-5D69-894C-14E127D6541A}" dt="2025-10-17T13:58:12.412" v="258" actId="14100"/>
          <ac:picMkLst>
            <pc:docMk/>
            <pc:sldMk cId="1612704558" sldId="267"/>
            <ac:picMk id="4" creationId="{6A81E847-F9B2-7CDC-8EA1-703109B983A8}"/>
          </ac:picMkLst>
        </pc:picChg>
      </pc:sldChg>
      <pc:sldChg chg="modSp new mod">
        <pc:chgData name="Thomas E. Allen" userId="fac1e450-38fb-4bf3-b565-8fec8795d0e7" providerId="ADAL" clId="{7E3A5CB4-CCF8-5D69-894C-14E127D6541A}" dt="2025-10-17T13:58:48.761" v="280" actId="403"/>
        <pc:sldMkLst>
          <pc:docMk/>
          <pc:sldMk cId="4161948246" sldId="268"/>
        </pc:sldMkLst>
        <pc:spChg chg="mod">
          <ac:chgData name="Thomas E. Allen" userId="fac1e450-38fb-4bf3-b565-8fec8795d0e7" providerId="ADAL" clId="{7E3A5CB4-CCF8-5D69-894C-14E127D6541A}" dt="2025-10-17T13:58:27.742" v="267" actId="20577"/>
          <ac:spMkLst>
            <pc:docMk/>
            <pc:sldMk cId="4161948246" sldId="268"/>
            <ac:spMk id="2" creationId="{9E40E06D-1970-7244-8454-E082AB02D633}"/>
          </ac:spMkLst>
        </pc:spChg>
        <pc:spChg chg="mod">
          <ac:chgData name="Thomas E. Allen" userId="fac1e450-38fb-4bf3-b565-8fec8795d0e7" providerId="ADAL" clId="{7E3A5CB4-CCF8-5D69-894C-14E127D6541A}" dt="2025-10-17T13:58:48.761" v="280" actId="403"/>
          <ac:spMkLst>
            <pc:docMk/>
            <pc:sldMk cId="4161948246" sldId="268"/>
            <ac:spMk id="3" creationId="{38071338-592B-4F0E-2D66-3D101F4026C7}"/>
          </ac:spMkLst>
        </pc:spChg>
      </pc:sldChg>
      <pc:sldChg chg="modSp new mod">
        <pc:chgData name="Thomas E. Allen" userId="fac1e450-38fb-4bf3-b565-8fec8795d0e7" providerId="ADAL" clId="{7E3A5CB4-CCF8-5D69-894C-14E127D6541A}" dt="2025-10-17T14:00:01.232" v="306" actId="20577"/>
        <pc:sldMkLst>
          <pc:docMk/>
          <pc:sldMk cId="658441897" sldId="269"/>
        </pc:sldMkLst>
        <pc:spChg chg="mod">
          <ac:chgData name="Thomas E. Allen" userId="fac1e450-38fb-4bf3-b565-8fec8795d0e7" providerId="ADAL" clId="{7E3A5CB4-CCF8-5D69-894C-14E127D6541A}" dt="2025-10-17T14:00:01.232" v="306" actId="20577"/>
          <ac:spMkLst>
            <pc:docMk/>
            <pc:sldMk cId="658441897" sldId="269"/>
            <ac:spMk id="2" creationId="{5A9E1516-95B1-C11E-2FF8-AECDD27AABDB}"/>
          </ac:spMkLst>
        </pc:spChg>
      </pc:sldChg>
      <pc:sldChg chg="modSp new mod">
        <pc:chgData name="Thomas E. Allen" userId="fac1e450-38fb-4bf3-b565-8fec8795d0e7" providerId="ADAL" clId="{7E3A5CB4-CCF8-5D69-894C-14E127D6541A}" dt="2025-10-17T14:02:47.993" v="618" actId="20577"/>
        <pc:sldMkLst>
          <pc:docMk/>
          <pc:sldMk cId="1211200385" sldId="270"/>
        </pc:sldMkLst>
        <pc:spChg chg="mod">
          <ac:chgData name="Thomas E. Allen" userId="fac1e450-38fb-4bf3-b565-8fec8795d0e7" providerId="ADAL" clId="{7E3A5CB4-CCF8-5D69-894C-14E127D6541A}" dt="2025-10-17T14:02:47.993" v="618" actId="20577"/>
          <ac:spMkLst>
            <pc:docMk/>
            <pc:sldMk cId="1211200385" sldId="270"/>
            <ac:spMk id="2" creationId="{332273F6-2B45-9DCF-26A2-C75BB0B65539}"/>
          </ac:spMkLst>
        </pc:spChg>
      </pc:sldChg>
      <pc:sldChg chg="new del">
        <pc:chgData name="Thomas E. Allen" userId="fac1e450-38fb-4bf3-b565-8fec8795d0e7" providerId="ADAL" clId="{7E3A5CB4-CCF8-5D69-894C-14E127D6541A}" dt="2025-10-17T14:02:40.494" v="593" actId="2696"/>
        <pc:sldMkLst>
          <pc:docMk/>
          <pc:sldMk cId="1514644305" sldId="271"/>
        </pc:sldMkLst>
      </pc:sldChg>
      <pc:sldChg chg="delSp modSp new mod">
        <pc:chgData name="Thomas E. Allen" userId="fac1e450-38fb-4bf3-b565-8fec8795d0e7" providerId="ADAL" clId="{7E3A5CB4-CCF8-5D69-894C-14E127D6541A}" dt="2025-10-17T14:02:10.051" v="592" actId="1035"/>
        <pc:sldMkLst>
          <pc:docMk/>
          <pc:sldMk cId="808120696" sldId="272"/>
        </pc:sldMkLst>
        <pc:spChg chg="del mod">
          <ac:chgData name="Thomas E. Allen" userId="fac1e450-38fb-4bf3-b565-8fec8795d0e7" providerId="ADAL" clId="{7E3A5CB4-CCF8-5D69-894C-14E127D6541A}" dt="2025-10-17T14:02:03.703" v="562" actId="478"/>
          <ac:spMkLst>
            <pc:docMk/>
            <pc:sldMk cId="808120696" sldId="272"/>
            <ac:spMk id="2" creationId="{61E164E7-976F-3A3C-6B8E-87FFAB2D26D8}"/>
          </ac:spMkLst>
        </pc:spChg>
        <pc:spChg chg="mod">
          <ac:chgData name="Thomas E. Allen" userId="fac1e450-38fb-4bf3-b565-8fec8795d0e7" providerId="ADAL" clId="{7E3A5CB4-CCF8-5D69-894C-14E127D6541A}" dt="2025-10-17T14:02:10.051" v="592" actId="1035"/>
          <ac:spMkLst>
            <pc:docMk/>
            <pc:sldMk cId="808120696" sldId="272"/>
            <ac:spMk id="3" creationId="{B9A218B3-E4FF-1656-0270-4A62CA35DA2B}"/>
          </ac:spMkLst>
        </pc:spChg>
        <pc:spChg chg="mod">
          <ac:chgData name="Thomas E. Allen" userId="fac1e450-38fb-4bf3-b565-8fec8795d0e7" providerId="ADAL" clId="{7E3A5CB4-CCF8-5D69-894C-14E127D6541A}" dt="2025-10-17T14:02:10.051" v="592" actId="1035"/>
          <ac:spMkLst>
            <pc:docMk/>
            <pc:sldMk cId="808120696" sldId="272"/>
            <ac:spMk id="4" creationId="{5CD35492-33A7-603E-DC4B-46A8235CD163}"/>
          </ac:spMkLst>
        </pc:spChg>
      </pc:sldChg>
      <pc:sldChg chg="addSp modSp new mod">
        <pc:chgData name="Thomas E. Allen" userId="fac1e450-38fb-4bf3-b565-8fec8795d0e7" providerId="ADAL" clId="{7E3A5CB4-CCF8-5D69-894C-14E127D6541A}" dt="2025-10-17T14:04:30.547" v="663" actId="1076"/>
        <pc:sldMkLst>
          <pc:docMk/>
          <pc:sldMk cId="3416902586" sldId="273"/>
        </pc:sldMkLst>
        <pc:spChg chg="mod">
          <ac:chgData name="Thomas E. Allen" userId="fac1e450-38fb-4bf3-b565-8fec8795d0e7" providerId="ADAL" clId="{7E3A5CB4-CCF8-5D69-894C-14E127D6541A}" dt="2025-10-17T14:03:24.349" v="634" actId="20577"/>
          <ac:spMkLst>
            <pc:docMk/>
            <pc:sldMk cId="3416902586" sldId="273"/>
            <ac:spMk id="2" creationId="{7413493D-7023-49A1-7627-05D2CF141C81}"/>
          </ac:spMkLst>
        </pc:spChg>
        <pc:spChg chg="mod">
          <ac:chgData name="Thomas E. Allen" userId="fac1e450-38fb-4bf3-b565-8fec8795d0e7" providerId="ADAL" clId="{7E3A5CB4-CCF8-5D69-894C-14E127D6541A}" dt="2025-10-17T14:04:21.521" v="661" actId="5793"/>
          <ac:spMkLst>
            <pc:docMk/>
            <pc:sldMk cId="3416902586" sldId="273"/>
            <ac:spMk id="3" creationId="{C7B33EF4-3B25-5287-2AE2-F9E75FFB6154}"/>
          </ac:spMkLst>
        </pc:spChg>
        <pc:picChg chg="add mod">
          <ac:chgData name="Thomas E. Allen" userId="fac1e450-38fb-4bf3-b565-8fec8795d0e7" providerId="ADAL" clId="{7E3A5CB4-CCF8-5D69-894C-14E127D6541A}" dt="2025-10-17T14:04:30.547" v="663" actId="1076"/>
          <ac:picMkLst>
            <pc:docMk/>
            <pc:sldMk cId="3416902586" sldId="273"/>
            <ac:picMk id="4" creationId="{605EFA81-DA3D-8EB6-B9F4-4CB665CD4A84}"/>
          </ac:picMkLst>
        </pc:picChg>
      </pc:sldChg>
      <pc:sldChg chg="addSp modSp new mod">
        <pc:chgData name="Thomas E. Allen" userId="fac1e450-38fb-4bf3-b565-8fec8795d0e7" providerId="ADAL" clId="{7E3A5CB4-CCF8-5D69-894C-14E127D6541A}" dt="2025-10-17T14:06:40.332" v="849" actId="20577"/>
        <pc:sldMkLst>
          <pc:docMk/>
          <pc:sldMk cId="3320746042" sldId="274"/>
        </pc:sldMkLst>
        <pc:spChg chg="mod">
          <ac:chgData name="Thomas E. Allen" userId="fac1e450-38fb-4bf3-b565-8fec8795d0e7" providerId="ADAL" clId="{7E3A5CB4-CCF8-5D69-894C-14E127D6541A}" dt="2025-10-17T14:04:59.374" v="691" actId="20577"/>
          <ac:spMkLst>
            <pc:docMk/>
            <pc:sldMk cId="3320746042" sldId="274"/>
            <ac:spMk id="2" creationId="{D4DD2EA7-CA29-FC93-BEB6-B47D84ED449C}"/>
          </ac:spMkLst>
        </pc:spChg>
        <pc:spChg chg="mod">
          <ac:chgData name="Thomas E. Allen" userId="fac1e450-38fb-4bf3-b565-8fec8795d0e7" providerId="ADAL" clId="{7E3A5CB4-CCF8-5D69-894C-14E127D6541A}" dt="2025-10-17T14:06:40.332" v="849" actId="20577"/>
          <ac:spMkLst>
            <pc:docMk/>
            <pc:sldMk cId="3320746042" sldId="274"/>
            <ac:spMk id="3" creationId="{8EEE0BF1-CFAB-ECBD-33BE-BA5FB6C819D5}"/>
          </ac:spMkLst>
        </pc:spChg>
        <pc:graphicFrameChg chg="add mod modGraphic">
          <ac:chgData name="Thomas E. Allen" userId="fac1e450-38fb-4bf3-b565-8fec8795d0e7" providerId="ADAL" clId="{7E3A5CB4-CCF8-5D69-894C-14E127D6541A}" dt="2025-10-17T14:05:57.947" v="737" actId="14734"/>
          <ac:graphicFrameMkLst>
            <pc:docMk/>
            <pc:sldMk cId="3320746042" sldId="274"/>
            <ac:graphicFrameMk id="4" creationId="{BF478D61-3CDE-2B52-C786-64C66FBC6847}"/>
          </ac:graphicFrameMkLst>
        </pc:graphicFrameChg>
      </pc:sldChg>
      <pc:sldChg chg="modSp new mod">
        <pc:chgData name="Thomas E. Allen" userId="fac1e450-38fb-4bf3-b565-8fec8795d0e7" providerId="ADAL" clId="{7E3A5CB4-CCF8-5D69-894C-14E127D6541A}" dt="2025-10-17T14:10:03.378" v="867" actId="20577"/>
        <pc:sldMkLst>
          <pc:docMk/>
          <pc:sldMk cId="1590421767" sldId="275"/>
        </pc:sldMkLst>
        <pc:spChg chg="mod">
          <ac:chgData name="Thomas E. Allen" userId="fac1e450-38fb-4bf3-b565-8fec8795d0e7" providerId="ADAL" clId="{7E3A5CB4-CCF8-5D69-894C-14E127D6541A}" dt="2025-10-17T14:10:03.378" v="867" actId="20577"/>
          <ac:spMkLst>
            <pc:docMk/>
            <pc:sldMk cId="1590421767" sldId="275"/>
            <ac:spMk id="2" creationId="{A4407D29-CC8A-C828-D8A6-4A2D2F81876A}"/>
          </ac:spMkLst>
        </pc:spChg>
      </pc:sldChg>
      <pc:sldChg chg="modSp new mod ord">
        <pc:chgData name="Thomas E. Allen" userId="fac1e450-38fb-4bf3-b565-8fec8795d0e7" providerId="ADAL" clId="{7E3A5CB4-CCF8-5D69-894C-14E127D6541A}" dt="2025-10-17T14:17:55.696" v="1266" actId="20577"/>
        <pc:sldMkLst>
          <pc:docMk/>
          <pc:sldMk cId="763180445" sldId="276"/>
        </pc:sldMkLst>
        <pc:spChg chg="mod">
          <ac:chgData name="Thomas E. Allen" userId="fac1e450-38fb-4bf3-b565-8fec8795d0e7" providerId="ADAL" clId="{7E3A5CB4-CCF8-5D69-894C-14E127D6541A}" dt="2025-10-17T14:17:55.696" v="1266" actId="20577"/>
          <ac:spMkLst>
            <pc:docMk/>
            <pc:sldMk cId="763180445" sldId="276"/>
            <ac:spMk id="2" creationId="{B86BF62A-5726-9688-706C-DA99B10202C6}"/>
          </ac:spMkLst>
        </pc:spChg>
      </pc:sldChg>
      <pc:sldChg chg="addSp modSp new mod">
        <pc:chgData name="Thomas E. Allen" userId="fac1e450-38fb-4bf3-b565-8fec8795d0e7" providerId="ADAL" clId="{7E3A5CB4-CCF8-5D69-894C-14E127D6541A}" dt="2025-10-17T14:11:42.652" v="941" actId="5793"/>
        <pc:sldMkLst>
          <pc:docMk/>
          <pc:sldMk cId="2629681775" sldId="277"/>
        </pc:sldMkLst>
        <pc:spChg chg="mod">
          <ac:chgData name="Thomas E. Allen" userId="fac1e450-38fb-4bf3-b565-8fec8795d0e7" providerId="ADAL" clId="{7E3A5CB4-CCF8-5D69-894C-14E127D6541A}" dt="2025-10-17T14:10:19.140" v="898" actId="20577"/>
          <ac:spMkLst>
            <pc:docMk/>
            <pc:sldMk cId="2629681775" sldId="277"/>
            <ac:spMk id="2" creationId="{9E2AF9BF-A5C6-A9D5-D61A-698E6731699B}"/>
          </ac:spMkLst>
        </pc:spChg>
        <pc:spChg chg="mod">
          <ac:chgData name="Thomas E. Allen" userId="fac1e450-38fb-4bf3-b565-8fec8795d0e7" providerId="ADAL" clId="{7E3A5CB4-CCF8-5D69-894C-14E127D6541A}" dt="2025-10-17T14:11:42.652" v="941" actId="5793"/>
          <ac:spMkLst>
            <pc:docMk/>
            <pc:sldMk cId="2629681775" sldId="277"/>
            <ac:spMk id="3" creationId="{75B42CCD-6689-5D86-02CF-54061A180669}"/>
          </ac:spMkLst>
        </pc:spChg>
        <pc:picChg chg="add mod">
          <ac:chgData name="Thomas E. Allen" userId="fac1e450-38fb-4bf3-b565-8fec8795d0e7" providerId="ADAL" clId="{7E3A5CB4-CCF8-5D69-894C-14E127D6541A}" dt="2025-10-17T14:10:57.736" v="924" actId="14100"/>
          <ac:picMkLst>
            <pc:docMk/>
            <pc:sldMk cId="2629681775" sldId="277"/>
            <ac:picMk id="4" creationId="{DF266006-21A5-4450-1213-471B7541054C}"/>
          </ac:picMkLst>
        </pc:picChg>
      </pc:sldChg>
      <pc:sldChg chg="delSp modSp add mod">
        <pc:chgData name="Thomas E. Allen" userId="fac1e450-38fb-4bf3-b565-8fec8795d0e7" providerId="ADAL" clId="{7E3A5CB4-CCF8-5D69-894C-14E127D6541A}" dt="2025-10-17T14:12:35.002" v="955" actId="20577"/>
        <pc:sldMkLst>
          <pc:docMk/>
          <pc:sldMk cId="725328754" sldId="278"/>
        </pc:sldMkLst>
        <pc:spChg chg="mod">
          <ac:chgData name="Thomas E. Allen" userId="fac1e450-38fb-4bf3-b565-8fec8795d0e7" providerId="ADAL" clId="{7E3A5CB4-CCF8-5D69-894C-14E127D6541A}" dt="2025-10-17T14:12:11.173" v="944"/>
          <ac:spMkLst>
            <pc:docMk/>
            <pc:sldMk cId="725328754" sldId="278"/>
            <ac:spMk id="2" creationId="{C4A3B12A-936F-8A47-D0A2-517E0DD6CE5F}"/>
          </ac:spMkLst>
        </pc:spChg>
        <pc:spChg chg="mod">
          <ac:chgData name="Thomas E. Allen" userId="fac1e450-38fb-4bf3-b565-8fec8795d0e7" providerId="ADAL" clId="{7E3A5CB4-CCF8-5D69-894C-14E127D6541A}" dt="2025-10-17T14:12:35.002" v="955" actId="20577"/>
          <ac:spMkLst>
            <pc:docMk/>
            <pc:sldMk cId="725328754" sldId="278"/>
            <ac:spMk id="3" creationId="{16DF6562-5DA2-80DF-736A-BB660653FB14}"/>
          </ac:spMkLst>
        </pc:spChg>
        <pc:picChg chg="del">
          <ac:chgData name="Thomas E. Allen" userId="fac1e450-38fb-4bf3-b565-8fec8795d0e7" providerId="ADAL" clId="{7E3A5CB4-CCF8-5D69-894C-14E127D6541A}" dt="2025-10-17T14:12:23.816" v="946" actId="478"/>
          <ac:picMkLst>
            <pc:docMk/>
            <pc:sldMk cId="725328754" sldId="278"/>
            <ac:picMk id="4" creationId="{C01E8F53-B0EF-CFD6-D93F-FFFE2081F59F}"/>
          </ac:picMkLst>
        </pc:picChg>
      </pc:sldChg>
      <pc:sldChg chg="addSp modSp new mod">
        <pc:chgData name="Thomas E. Allen" userId="fac1e450-38fb-4bf3-b565-8fec8795d0e7" providerId="ADAL" clId="{7E3A5CB4-CCF8-5D69-894C-14E127D6541A}" dt="2025-10-17T14:13:58.107" v="1105" actId="20577"/>
        <pc:sldMkLst>
          <pc:docMk/>
          <pc:sldMk cId="2191733773" sldId="279"/>
        </pc:sldMkLst>
        <pc:spChg chg="mod">
          <ac:chgData name="Thomas E. Allen" userId="fac1e450-38fb-4bf3-b565-8fec8795d0e7" providerId="ADAL" clId="{7E3A5CB4-CCF8-5D69-894C-14E127D6541A}" dt="2025-10-17T14:12:49.443" v="983" actId="20577"/>
          <ac:spMkLst>
            <pc:docMk/>
            <pc:sldMk cId="2191733773" sldId="279"/>
            <ac:spMk id="2" creationId="{8D2C31FE-EFBB-486A-A611-EDD6AB47F11F}"/>
          </ac:spMkLst>
        </pc:spChg>
        <pc:spChg chg="mod">
          <ac:chgData name="Thomas E. Allen" userId="fac1e450-38fb-4bf3-b565-8fec8795d0e7" providerId="ADAL" clId="{7E3A5CB4-CCF8-5D69-894C-14E127D6541A}" dt="2025-10-17T14:13:58.107" v="1105" actId="20577"/>
          <ac:spMkLst>
            <pc:docMk/>
            <pc:sldMk cId="2191733773" sldId="279"/>
            <ac:spMk id="3" creationId="{E37EDEA6-37F2-F0BD-B5AA-653E4F94FABE}"/>
          </ac:spMkLst>
        </pc:spChg>
        <pc:picChg chg="add mod">
          <ac:chgData name="Thomas E. Allen" userId="fac1e450-38fb-4bf3-b565-8fec8795d0e7" providerId="ADAL" clId="{7E3A5CB4-CCF8-5D69-894C-14E127D6541A}" dt="2025-10-17T14:13:32.637" v="1090" actId="14100"/>
          <ac:picMkLst>
            <pc:docMk/>
            <pc:sldMk cId="2191733773" sldId="279"/>
            <ac:picMk id="4" creationId="{ECCF64A6-3150-43B4-6916-C346655C3FBE}"/>
          </ac:picMkLst>
        </pc:picChg>
      </pc:sldChg>
      <pc:sldChg chg="addSp modSp new mod">
        <pc:chgData name="Thomas E. Allen" userId="fac1e450-38fb-4bf3-b565-8fec8795d0e7" providerId="ADAL" clId="{7E3A5CB4-CCF8-5D69-894C-14E127D6541A}" dt="2025-10-17T14:15:31.228" v="1166" actId="14100"/>
        <pc:sldMkLst>
          <pc:docMk/>
          <pc:sldMk cId="1237457527" sldId="280"/>
        </pc:sldMkLst>
        <pc:spChg chg="mod">
          <ac:chgData name="Thomas E. Allen" userId="fac1e450-38fb-4bf3-b565-8fec8795d0e7" providerId="ADAL" clId="{7E3A5CB4-CCF8-5D69-894C-14E127D6541A}" dt="2025-10-17T14:14:26.592" v="1135" actId="20577"/>
          <ac:spMkLst>
            <pc:docMk/>
            <pc:sldMk cId="1237457527" sldId="280"/>
            <ac:spMk id="2" creationId="{883DC6D2-5C0E-AD7F-3D5D-AF783AC9B136}"/>
          </ac:spMkLst>
        </pc:spChg>
        <pc:spChg chg="mod">
          <ac:chgData name="Thomas E. Allen" userId="fac1e450-38fb-4bf3-b565-8fec8795d0e7" providerId="ADAL" clId="{7E3A5CB4-CCF8-5D69-894C-14E127D6541A}" dt="2025-10-17T14:15:08.175" v="1163" actId="20577"/>
          <ac:spMkLst>
            <pc:docMk/>
            <pc:sldMk cId="1237457527" sldId="280"/>
            <ac:spMk id="3" creationId="{EB9526F6-36F9-9E8B-080A-47F1883D7AFF}"/>
          </ac:spMkLst>
        </pc:spChg>
        <pc:picChg chg="add mod">
          <ac:chgData name="Thomas E. Allen" userId="fac1e450-38fb-4bf3-b565-8fec8795d0e7" providerId="ADAL" clId="{7E3A5CB4-CCF8-5D69-894C-14E127D6541A}" dt="2025-10-17T14:15:31.228" v="1166" actId="14100"/>
          <ac:picMkLst>
            <pc:docMk/>
            <pc:sldMk cId="1237457527" sldId="280"/>
            <ac:picMk id="4" creationId="{A2BD1344-5794-CF0A-D12C-D78D95850D5B}"/>
          </ac:picMkLst>
        </pc:picChg>
      </pc:sldChg>
      <pc:sldChg chg="addSp delSp modSp new mod setBg">
        <pc:chgData name="Thomas E. Allen" userId="fac1e450-38fb-4bf3-b565-8fec8795d0e7" providerId="ADAL" clId="{7E3A5CB4-CCF8-5D69-894C-14E127D6541A}" dt="2025-10-17T14:17:39.693" v="1246" actId="122"/>
        <pc:sldMkLst>
          <pc:docMk/>
          <pc:sldMk cId="3059257087" sldId="281"/>
        </pc:sldMkLst>
        <pc:spChg chg="mod">
          <ac:chgData name="Thomas E. Allen" userId="fac1e450-38fb-4bf3-b565-8fec8795d0e7" providerId="ADAL" clId="{7E3A5CB4-CCF8-5D69-894C-14E127D6541A}" dt="2025-10-17T14:17:03.763" v="1238" actId="26606"/>
          <ac:spMkLst>
            <pc:docMk/>
            <pc:sldMk cId="3059257087" sldId="281"/>
            <ac:spMk id="2" creationId="{49968A6B-2FC8-772E-C2F7-B10599ED12C0}"/>
          </ac:spMkLst>
        </pc:spChg>
        <pc:spChg chg="mod">
          <ac:chgData name="Thomas E. Allen" userId="fac1e450-38fb-4bf3-b565-8fec8795d0e7" providerId="ADAL" clId="{7E3A5CB4-CCF8-5D69-894C-14E127D6541A}" dt="2025-10-17T14:17:03.763" v="1238" actId="26606"/>
          <ac:spMkLst>
            <pc:docMk/>
            <pc:sldMk cId="3059257087" sldId="281"/>
            <ac:spMk id="3" creationId="{93690848-9503-1567-0531-C76D50376FCC}"/>
          </ac:spMkLst>
        </pc:spChg>
        <pc:spChg chg="add del">
          <ac:chgData name="Thomas E. Allen" userId="fac1e450-38fb-4bf3-b565-8fec8795d0e7" providerId="ADAL" clId="{7E3A5CB4-CCF8-5D69-894C-14E127D6541A}" dt="2025-10-17T14:17:03.763" v="1238" actId="26606"/>
          <ac:spMkLst>
            <pc:docMk/>
            <pc:sldMk cId="3059257087" sldId="281"/>
            <ac:spMk id="9" creationId="{4AC6B390-BC59-4F1D-A0EE-D71A92F0A0B2}"/>
          </ac:spMkLst>
        </pc:spChg>
        <pc:spChg chg="add del">
          <ac:chgData name="Thomas E. Allen" userId="fac1e450-38fb-4bf3-b565-8fec8795d0e7" providerId="ADAL" clId="{7E3A5CB4-CCF8-5D69-894C-14E127D6541A}" dt="2025-10-17T14:17:03.763" v="1238" actId="26606"/>
          <ac:spMkLst>
            <pc:docMk/>
            <pc:sldMk cId="3059257087" sldId="281"/>
            <ac:spMk id="11" creationId="{B6C60D79-16F1-4C4B-B7E3-7634E7069CDE}"/>
          </ac:spMkLst>
        </pc:spChg>
        <pc:spChg chg="add del">
          <ac:chgData name="Thomas E. Allen" userId="fac1e450-38fb-4bf3-b565-8fec8795d0e7" providerId="ADAL" clId="{7E3A5CB4-CCF8-5D69-894C-14E127D6541A}" dt="2025-10-17T14:17:03.763" v="1238" actId="26606"/>
          <ac:spMkLst>
            <pc:docMk/>
            <pc:sldMk cId="3059257087" sldId="281"/>
            <ac:spMk id="13" creationId="{426B127E-6498-4C77-9C9D-4553A5113B80}"/>
          </ac:spMkLst>
        </pc:spChg>
        <pc:graphicFrameChg chg="add mod modGraphic">
          <ac:chgData name="Thomas E. Allen" userId="fac1e450-38fb-4bf3-b565-8fec8795d0e7" providerId="ADAL" clId="{7E3A5CB4-CCF8-5D69-894C-14E127D6541A}" dt="2025-10-17T14:17:03.763" v="1238" actId="26606"/>
          <ac:graphicFrameMkLst>
            <pc:docMk/>
            <pc:sldMk cId="3059257087" sldId="281"/>
            <ac:graphicFrameMk id="4" creationId="{25ADA8B6-E51F-F5DD-6079-743BA71F94D7}"/>
          </ac:graphicFrameMkLst>
        </pc:graphicFrameChg>
        <pc:graphicFrameChg chg="add del">
          <ac:chgData name="Thomas E. Allen" userId="fac1e450-38fb-4bf3-b565-8fec8795d0e7" providerId="ADAL" clId="{7E3A5CB4-CCF8-5D69-894C-14E127D6541A}" dt="2025-10-17T14:17:18.537" v="1240" actId="3680"/>
          <ac:graphicFrameMkLst>
            <pc:docMk/>
            <pc:sldMk cId="3059257087" sldId="281"/>
            <ac:graphicFrameMk id="5" creationId="{80A8A72D-DA0C-978B-8CEF-BA475548B446}"/>
          </ac:graphicFrameMkLst>
        </pc:graphicFrameChg>
        <pc:graphicFrameChg chg="add mod modGraphic">
          <ac:chgData name="Thomas E. Allen" userId="fac1e450-38fb-4bf3-b565-8fec8795d0e7" providerId="ADAL" clId="{7E3A5CB4-CCF8-5D69-894C-14E127D6541A}" dt="2025-10-17T14:17:39.693" v="1246" actId="122"/>
          <ac:graphicFrameMkLst>
            <pc:docMk/>
            <pc:sldMk cId="3059257087" sldId="281"/>
            <ac:graphicFrameMk id="6" creationId="{B5FFEB13-1DCD-EF43-2AFC-D050AD4221E7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9461B9-8225-1847-ACD6-221C9EE18633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09EA7-F3A5-6645-84CA-4FF332C4C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111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09EA7-F3A5-6645-84CA-4FF332C4C48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38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Discuss what happens:</a:t>
            </a: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format=schema</a:t>
            </a:r>
            <a:r>
              <a:rPr lang="en-US" dirty="0"/>
              <a:t> tells the LLM to stay within the JSON schema.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Pydantic</a:t>
            </a:r>
            <a:r>
              <a:rPr lang="en-US" dirty="0"/>
              <a:t> confirms types and constraints.</a:t>
            </a:r>
          </a:p>
          <a:p>
            <a:r>
              <a:rPr lang="en-US" dirty="0"/>
              <a:t>If invalid →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ValidationError</a:t>
            </a:r>
            <a:r>
              <a:rPr lang="en-US" dirty="0"/>
              <a:t> → we can attempt a </a:t>
            </a:r>
            <a:r>
              <a:rPr lang="en-US" i="1" dirty="0"/>
              <a:t>coercion step</a:t>
            </a:r>
            <a:r>
              <a:rPr lang="en-US" dirty="0"/>
              <a:t> or re-ask.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09EA7-F3A5-6645-84CA-4FF332C4C48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95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Pydantic</a:t>
            </a:r>
            <a:r>
              <a:rPr lang="en-US" dirty="0"/>
              <a:t> functions like runtime type checking + validation.</a:t>
            </a:r>
            <a:br>
              <a:rPr lang="en-US" dirty="0"/>
            </a:br>
            <a:r>
              <a:rPr lang="en-US" dirty="0"/>
              <a:t>In production, this is the backbone of safe LLM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09EA7-F3A5-6645-84CA-4FF332C4C48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307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7616-9419-9F81-A2F7-41302C199F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23A982-55AF-B58F-63AA-7A797AC2C1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85F81-67CD-0E38-017A-4EE6E8B30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294C-EA54-9444-8360-733AFF51B0C5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E5914-2B34-50B9-8CD0-47A6F1E01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5DF69-7392-1842-557F-05BE05E4A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6CC2-3C15-5145-AFDD-A83918EA6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52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04A2-9EA5-5C7A-7801-C9CC70916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30352-2656-622B-2126-F03BD6D05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78ED3-91DC-48A1-BBD7-590EAD04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294C-EA54-9444-8360-733AFF51B0C5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F8FE4-297D-4DE2-0A41-70DCA35C0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CC602-09A7-EBEE-3617-526A2D0ED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6CC2-3C15-5145-AFDD-A83918EA6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AFAD8-C4C3-654B-C8DF-9FCC2588A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40418-298B-C148-5580-5A36D0F96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B389D-D803-58DD-918E-9E210DE25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294C-EA54-9444-8360-733AFF51B0C5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6B97C-E8FB-3C4B-8174-A529B6172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90A35-94C2-0EC7-12F1-AEDA7938E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6CC2-3C15-5145-AFDD-A83918EA6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28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6094A-8F2D-C1F8-560C-1ACDACC4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A5C50-E927-C745-4B5B-52C214D309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36DD62-C325-2383-D6C0-25CEDBAA3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B06E2-651C-D9A4-7AE2-08B16CA40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294C-EA54-9444-8360-733AFF51B0C5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6CC54-B719-D6B9-BF7F-585DC2CD0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C8432-7EAC-4958-6296-965AC3516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6CC2-3C15-5145-AFDD-A83918EA6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396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8BEF5-20E2-09C8-659A-C0CAE3DCE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B820A0-9D88-67A8-5CDD-8A73A263C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316662-A7B3-A526-E486-940602A58D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499492-FE7A-B361-596A-605851A69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C3B309-CF72-2F2E-1629-ABC00AB777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D2498F-152B-FAAC-BD88-6433F63C4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294C-EA54-9444-8360-733AFF51B0C5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26EFF4-E141-9986-F092-68EB134AC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2CE59E-BCE8-AA00-C554-2968AB305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6CC2-3C15-5145-AFDD-A83918EA6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189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9D012-2661-8F7D-95C1-47DBA217C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153FE3-1434-1254-9BC0-5ACF12533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294C-EA54-9444-8360-733AFF51B0C5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B23BF-8EFE-2AB6-1552-1EE67FFEC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1AACDF-6D67-A5D4-870C-EBA91A7B6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6CC2-3C15-5145-AFDD-A83918EA6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08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1B1250-0B17-9777-2F00-AE5B0A4AF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294C-EA54-9444-8360-733AFF51B0C5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30B2F6-FA1D-3EA9-5570-104E59911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70254-D5B7-00E6-F6AC-6AF5BB4D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6CC2-3C15-5145-AFDD-A83918EA6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94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451D9-9E4A-CDA1-63FF-1E3341EF5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E654F-E974-AB16-575A-6D54741BD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952CF-3E32-D4A6-19E3-83784A633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171F9-DC1D-77E1-11E6-AE63F587C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294C-EA54-9444-8360-733AFF51B0C5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FCD9C-481D-9E77-4883-3BC2A67BC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964B1-3F45-749C-9223-496D3A866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6CC2-3C15-5145-AFDD-A83918EA6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91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0B8B0-2A3A-25E8-6125-11766594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13B37-10F4-C392-D5AE-9F25A6B1ED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E7745-5B73-CEDB-A7E4-E9F6CB315D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5E6AF-EC9D-A4CF-EC6E-B4E710D68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294C-EA54-9444-8360-733AFF51B0C5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820DF-BE07-7629-696C-F32865794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ACB4E-A81A-444F-CC6C-E74F57E46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6CC2-3C15-5145-AFDD-A83918EA6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72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03BD4-7529-66F8-07CC-7B8CD49CE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0DBC4D-9D90-33CC-2403-9360A72E85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1AD20-4BF5-67BD-92C2-215D967CE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294C-EA54-9444-8360-733AFF51B0C5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F5543-2567-A798-F1AE-AFAC7A78F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0F865-16D1-2243-E794-9B7FB0C50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6CC2-3C15-5145-AFDD-A83918EA6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114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BA82AA-EC93-2A92-8886-6FB4F8ED5F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E8E1CC-136C-8596-B74E-4736733E8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7D7CA-1D3E-4AAA-81EC-2BD714770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6294C-EA54-9444-8360-733AFF51B0C5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8C9F7-0ED1-888B-A69E-2F9954E55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1F751-164A-5457-D2C4-5A845241F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36CC2-3C15-5145-AFDD-A83918EA6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67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06BF6B-6988-C181-C695-E5C77D969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BF82C-136C-ACEB-1312-82839DC3A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3EBAB-794B-5112-C164-4D44AD085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76294C-EA54-9444-8360-733AFF51B0C5}" type="datetimeFigureOut">
              <a:rPr lang="en-US" smtClean="0"/>
              <a:t>10/17/25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CFF72-AB97-651E-4DD7-AC8A29171C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F27E5-FC70-EF56-373E-8797FD5BB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C36CC2-3C15-5145-AFDD-A83918EA6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725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8EA89-C73E-47ED-A54E-A3A8C56929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LLM-Assisted Data Extraction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268559-8334-AD62-B155-4CCE5A3DF8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DSC 360 Building AI-Powered Applications</a:t>
            </a:r>
          </a:p>
          <a:p>
            <a:r>
              <a:rPr lang="en-US" dirty="0"/>
              <a:t>Fall 2025</a:t>
            </a:r>
          </a:p>
        </p:txBody>
      </p:sp>
    </p:spTree>
    <p:extLst>
      <p:ext uri="{BB962C8B-B14F-4D97-AF65-F5344CB8AC3E}">
        <p14:creationId xmlns:p14="http://schemas.microsoft.com/office/powerpoint/2010/main" val="255382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CB3F4-8A11-1ADF-161A-6488259D6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3D473-6449-D582-7B52-9C1C6698C3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11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A13FC-FC16-AF7E-6E78-F139833A5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DAF5E-36E0-E80E-D35B-00DFF992F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i="1" dirty="0"/>
              <a:t>	Unstructured text  →  </a:t>
            </a:r>
          </a:p>
          <a:p>
            <a:pPr marL="0" indent="0">
              <a:buNone/>
            </a:pPr>
            <a:r>
              <a:rPr lang="en-US" sz="4000" i="1" dirty="0"/>
              <a:t>		Structured JSON  →  </a:t>
            </a:r>
          </a:p>
          <a:p>
            <a:pPr marL="0" indent="0">
              <a:buNone/>
            </a:pPr>
            <a:r>
              <a:rPr lang="en-US" sz="4000" i="1" dirty="0"/>
              <a:t>			Validated Data  →  </a:t>
            </a:r>
          </a:p>
          <a:p>
            <a:pPr marL="0" indent="0">
              <a:buNone/>
            </a:pPr>
            <a:r>
              <a:rPr lang="en-US" sz="4000" i="1" dirty="0"/>
              <a:t>				SQL Database  →  </a:t>
            </a:r>
          </a:p>
          <a:p>
            <a:pPr marL="0" indent="0">
              <a:buNone/>
            </a:pPr>
            <a:r>
              <a:rPr lang="en-US" sz="4000" i="1" dirty="0"/>
              <a:t>					LLM-Powered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724302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27DAE-27A0-45E7-C898-D73D10D71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6F3F4-B547-CA3F-BC26-2282CF631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modern RAG/agentic system rests on structured data.</a:t>
            </a:r>
          </a:p>
          <a:p>
            <a:r>
              <a:rPr lang="en-US" dirty="0"/>
              <a:t>Lab 5 teaches how to </a:t>
            </a:r>
            <a:r>
              <a:rPr lang="en-US" i="1" dirty="0"/>
              <a:t>extract, validate, and store</a:t>
            </a:r>
            <a:r>
              <a:rPr lang="en-US" dirty="0"/>
              <a:t> that structure.</a:t>
            </a:r>
          </a:p>
          <a:p>
            <a:r>
              <a:rPr lang="en-US" dirty="0"/>
              <a:t>Lab 6 will build safe querying on top of that foundation.</a:t>
            </a:r>
          </a:p>
          <a:p>
            <a:r>
              <a:rPr lang="en-US" dirty="0"/>
              <a:t>Lab 7 will incorporate agentic iteration.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i="1" dirty="0"/>
              <a:t>You’re becoming the engineer in the loop — </a:t>
            </a:r>
          </a:p>
          <a:p>
            <a:pPr marL="0" indent="0" algn="ctr">
              <a:buNone/>
            </a:pPr>
            <a:r>
              <a:rPr lang="en-US" i="1" dirty="0"/>
              <a:t>designing how an LLM talks to data safely!</a:t>
            </a:r>
          </a:p>
        </p:txBody>
      </p:sp>
    </p:spTree>
    <p:extLst>
      <p:ext uri="{BB962C8B-B14F-4D97-AF65-F5344CB8AC3E}">
        <p14:creationId xmlns:p14="http://schemas.microsoft.com/office/powerpoint/2010/main" val="2808243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1B5D4-504A-E0E1-F087-1BD7561DC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Outputs from LLMs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EAE84-A8F2-AFA8-B3F4-DEB4E2BFF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830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325BC-ABC3-7BFB-86F7-C6D66FF41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E4D5A-402C-CA80-F273-6B29304B9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rmAutofit/>
          </a:bodyPr>
          <a:lstStyle/>
          <a:p>
            <a:r>
              <a:rPr lang="en-US" dirty="0"/>
              <a:t>Naïve “string” parsing</a:t>
            </a:r>
          </a:p>
          <a:p>
            <a:pPr marL="457200" lvl="1" indent="0">
              <a:buNone/>
            </a:pPr>
            <a:endParaRPr lang="en-US" sz="1800" dirty="0">
              <a:latin typeface="Aptos Mono" panose="020B0009020202020204" pitchFamily="49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resp = chat(</a:t>
            </a:r>
          </a:p>
          <a:p>
            <a:pPr marL="457200" lvl="1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  model="gemma3:2b",</a:t>
            </a:r>
          </a:p>
          <a:p>
            <a:pPr marL="457200" lvl="1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  messages=[{"</a:t>
            </a:r>
            <a:r>
              <a:rPr lang="en-US" sz="1800" dirty="0" err="1">
                <a:latin typeface="Aptos Mono" panose="020B0009020202020204" pitchFamily="49" charset="0"/>
              </a:rPr>
              <a:t>role":"user</a:t>
            </a:r>
            <a:r>
              <a:rPr lang="en-US" sz="1800" dirty="0">
                <a:latin typeface="Aptos Mono" panose="020B0009020202020204" pitchFamily="49" charset="0"/>
              </a:rPr>
              <a:t>",</a:t>
            </a:r>
          </a:p>
          <a:p>
            <a:pPr marL="457200" lvl="1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             "</a:t>
            </a:r>
            <a:r>
              <a:rPr lang="en-US" sz="1800" dirty="0" err="1">
                <a:latin typeface="Aptos Mono" panose="020B0009020202020204" pitchFamily="49" charset="0"/>
              </a:rPr>
              <a:t>content":"Extract</a:t>
            </a:r>
            <a:r>
              <a:rPr lang="en-US" sz="1800" dirty="0">
                <a:latin typeface="Aptos Mono" panose="020B0009020202020204" pitchFamily="49" charset="0"/>
              </a:rPr>
              <a:t> ticker and price: Paid $12.50 for AAPL"}])</a:t>
            </a:r>
          </a:p>
          <a:p>
            <a:pPr marL="457200" lvl="1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print(resp["message"]["content"])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Evaluation: It’s inconsistent.</a:t>
            </a:r>
          </a:p>
          <a:p>
            <a:pPr marL="457200" lvl="1" indent="0">
              <a:buNone/>
            </a:pPr>
            <a:r>
              <a:rPr lang="en-US" dirty="0"/>
              <a:t>Sometimes "AAPL 12.50", sometimes words, sometimes nothing!</a:t>
            </a:r>
          </a:p>
          <a:p>
            <a:r>
              <a:rPr lang="en-US" b="1" dirty="0"/>
              <a:t>Moral:</a:t>
            </a:r>
            <a:r>
              <a:rPr lang="en-US" dirty="0"/>
              <a:t> natural-language output is not machine-readable.</a:t>
            </a:r>
          </a:p>
        </p:txBody>
      </p:sp>
    </p:spTree>
    <p:extLst>
      <p:ext uri="{BB962C8B-B14F-4D97-AF65-F5344CB8AC3E}">
        <p14:creationId xmlns:p14="http://schemas.microsoft.com/office/powerpoint/2010/main" val="3547546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9E2C6-4828-6C91-770A-FA05C3FCE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3ABE-34FC-B854-C305-265A3DA4A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2: Ask for </a:t>
            </a:r>
            <a:r>
              <a:rPr lang="en-US" b="1" dirty="0"/>
              <a:t>JSON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FC0C7-B53F-46E6-844E-3D56F3372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prompt = """Return ONLY valid JSON:</a:t>
            </a:r>
          </a:p>
          <a:p>
            <a:pPr marL="457200" lvl="1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{"ticker":"AAPL","price":12.50}"""</a:t>
            </a:r>
          </a:p>
          <a:p>
            <a:pPr marL="457200" lvl="1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resp = chat(model="gemma3:2b",</a:t>
            </a:r>
          </a:p>
          <a:p>
            <a:pPr marL="457200" lvl="1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            messages=[{"</a:t>
            </a:r>
            <a:r>
              <a:rPr lang="en-US" sz="1800" dirty="0" err="1">
                <a:latin typeface="Aptos Mono" panose="020B0009020202020204" pitchFamily="49" charset="0"/>
              </a:rPr>
              <a:t>role":"user","content":prompt</a:t>
            </a:r>
            <a:r>
              <a:rPr lang="en-US" sz="1800" dirty="0">
                <a:latin typeface="Aptos Mono" panose="020B0009020202020204" pitchFamily="49" charset="0"/>
              </a:rPr>
              <a:t>}],</a:t>
            </a:r>
          </a:p>
          <a:p>
            <a:pPr marL="457200" lvl="1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            options={"temperature":0.0})</a:t>
            </a:r>
          </a:p>
          <a:p>
            <a:pPr marL="457200" lvl="1" indent="0">
              <a:buNone/>
            </a:pPr>
            <a:r>
              <a:rPr lang="en-US" sz="1800" dirty="0">
                <a:latin typeface="Aptos Mono" panose="020B0009020202020204" pitchFamily="49" charset="0"/>
              </a:rPr>
              <a:t>print(resp["message"]["content"])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Evaluation: Better</a:t>
            </a:r>
          </a:p>
          <a:p>
            <a:pPr marL="457200" lvl="1" indent="0">
              <a:buNone/>
            </a:pPr>
            <a:r>
              <a:rPr lang="en-US" dirty="0"/>
              <a:t>Mostly JSON, but still fragile (missing quotes, code fences).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796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F9AE6-E55B-E001-0F6F-A8EFFC4F4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8E2ED-1D59-1A98-9FA3-5EFA68A32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Structured Outputs + Validation</a:t>
            </a:r>
          </a:p>
          <a:p>
            <a:pPr marL="457200" lvl="1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Define schema</a:t>
            </a:r>
          </a:p>
          <a:p>
            <a:pPr lvl="1"/>
            <a:r>
              <a:rPr lang="en-US" dirty="0"/>
              <a:t>Python class (extends </a:t>
            </a:r>
            <a:r>
              <a:rPr lang="en-US" dirty="0" err="1"/>
              <a:t>Pydantic</a:t>
            </a:r>
            <a:r>
              <a:rPr lang="en-US" dirty="0"/>
              <a:t> </a:t>
            </a:r>
            <a:r>
              <a:rPr lang="en-US" dirty="0" err="1"/>
              <a:t>BaseModel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The class defines the desired output format exactly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Call model with schema enforcement</a:t>
            </a:r>
          </a:p>
          <a:p>
            <a:pPr lvl="1"/>
            <a:r>
              <a:rPr lang="en-US" dirty="0"/>
              <a:t>format=schema</a:t>
            </a:r>
          </a:p>
          <a:p>
            <a:pPr lvl="1"/>
            <a:r>
              <a:rPr lang="en-US" dirty="0" err="1"/>
              <a:t>Pydantic</a:t>
            </a:r>
            <a:r>
              <a:rPr lang="en-US" dirty="0"/>
              <a:t> confirms types and constraints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invalid, try to coerce or re-ask LLM or inform human in the loop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954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DBBF6-58D3-E0D7-165E-84AB8FEF0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Define schema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ABBD0A-20AC-0A7A-DBE0-0E2A698A5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40507"/>
            <a:ext cx="9666249" cy="466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37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AF452-A199-E350-EBC1-8A8DEE0CF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Call model with schema enforcement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77FCBF-F8E2-0F0D-D374-C2CD3A816A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7"/>
            <a:ext cx="11320762" cy="387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823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518F1-570A-5927-895C-D0ED37ECB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Try to recover from minor errors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81E847-F9B2-7CDC-8EA1-703109B983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7"/>
            <a:ext cx="11157621" cy="300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704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0E06D-1970-7244-8454-E082AB02D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71338-592B-4F0E-2D66-3D101F402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/>
              <a:t>Structured outputs </a:t>
            </a:r>
          </a:p>
          <a:p>
            <a:pPr marL="0" indent="0" algn="ctr">
              <a:buNone/>
            </a:pPr>
            <a:r>
              <a:rPr lang="en-US" sz="4400" dirty="0"/>
              <a:t>+ </a:t>
            </a:r>
          </a:p>
          <a:p>
            <a:pPr marL="0" indent="0" algn="ctr">
              <a:buNone/>
            </a:pPr>
            <a:r>
              <a:rPr lang="en-US" sz="4400" dirty="0"/>
              <a:t>schema validation </a:t>
            </a:r>
          </a:p>
          <a:p>
            <a:pPr marL="0" indent="0" algn="ctr">
              <a:buNone/>
            </a:pPr>
            <a:r>
              <a:rPr lang="en-US" sz="4400" dirty="0"/>
              <a:t>= </a:t>
            </a:r>
          </a:p>
          <a:p>
            <a:pPr marL="0" indent="0" algn="ctr">
              <a:buNone/>
            </a:pPr>
            <a:r>
              <a:rPr lang="en-US" sz="4400" dirty="0"/>
              <a:t>unit tests baked into your pipeline!</a:t>
            </a:r>
          </a:p>
        </p:txBody>
      </p:sp>
    </p:spTree>
    <p:extLst>
      <p:ext uri="{BB962C8B-B14F-4D97-AF65-F5344CB8AC3E}">
        <p14:creationId xmlns:p14="http://schemas.microsoft.com/office/powerpoint/2010/main" val="4161948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E1516-95B1-C11E-2FF8-AECDD27AA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Bridge Concepts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B34F0-AAAC-9912-6E67-96EC5C920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441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218B3-E4FF-1656-0270-4A62CA35DA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67086"/>
            <a:ext cx="5181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Earlier Skill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Cleaning CSVs</a:t>
            </a:r>
          </a:p>
          <a:p>
            <a:pPr marL="0" indent="0">
              <a:buNone/>
            </a:pPr>
            <a:r>
              <a:rPr lang="en-US" dirty="0"/>
              <a:t>Regex</a:t>
            </a:r>
          </a:p>
          <a:p>
            <a:pPr marL="0" indent="0">
              <a:buNone/>
            </a:pPr>
            <a:r>
              <a:rPr lang="en-US" dirty="0"/>
              <a:t>Pandas </a:t>
            </a:r>
            <a:r>
              <a:rPr lang="en-US" dirty="0" err="1"/>
              <a:t>DataFrame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Type hints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D35492-33A7-603E-DC4B-46A8235CD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67086"/>
            <a:ext cx="5181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New Concept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Validating JSON</a:t>
            </a:r>
          </a:p>
          <a:p>
            <a:pPr marL="0" indent="0">
              <a:buNone/>
            </a:pPr>
            <a:r>
              <a:rPr lang="en-US" dirty="0"/>
              <a:t>Schema-guided parsing</a:t>
            </a:r>
          </a:p>
          <a:p>
            <a:pPr marL="0" indent="0">
              <a:buNone/>
            </a:pPr>
            <a:r>
              <a:rPr lang="en-US" dirty="0"/>
              <a:t>SQL tables</a:t>
            </a:r>
          </a:p>
          <a:p>
            <a:pPr marL="0" indent="0">
              <a:buNone/>
            </a:pPr>
            <a:r>
              <a:rPr lang="en-US" dirty="0"/>
              <a:t>Runtime validation</a:t>
            </a:r>
          </a:p>
        </p:txBody>
      </p:sp>
    </p:spTree>
    <p:extLst>
      <p:ext uri="{BB962C8B-B14F-4D97-AF65-F5344CB8AC3E}">
        <p14:creationId xmlns:p14="http://schemas.microsoft.com/office/powerpoint/2010/main" val="808120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73F6-2B45-9DCF-26A2-C75BB0B65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Databases and SQL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19749-25AD-A267-46FE-5921EEA0A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200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3493D-7023-49A1-7627-05D2CF141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</a:t>
            </a:r>
            <a:r>
              <a:rPr lang="en-US" dirty="0" err="1"/>
              <a:t>psql</a:t>
            </a:r>
            <a:r>
              <a:rPr lang="en-US" dirty="0"/>
              <a:t>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33EF4-3B25-5287-2AE2-F9E75FFB6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PostgreSQL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Tables are </a:t>
            </a:r>
            <a:r>
              <a:rPr lang="en-US" i="1" dirty="0"/>
              <a:t>strongly-typed containers</a:t>
            </a:r>
            <a:r>
              <a:rPr lang="en-US" dirty="0"/>
              <a:t> for our validated data.</a:t>
            </a:r>
          </a:p>
          <a:p>
            <a:pPr lvl="1"/>
            <a:r>
              <a:rPr lang="en-US" dirty="0"/>
              <a:t>We’ll now insert our clean JSON objects into sections, courses, etc.</a:t>
            </a:r>
          </a:p>
          <a:p>
            <a:pPr lvl="1"/>
            <a:r>
              <a:rPr lang="en-US" dirty="0"/>
              <a:t>Later (Lab 6) we’ll add embeddings and safe SQL query generation.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5EFA81-DA3D-8EB6-B9F4-4CB665CD4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04" y="2391386"/>
            <a:ext cx="7764161" cy="151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902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D2EA7-CA29-FC93-BEB6-B47D84ED4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E0BF1-CFAB-ECBD-33BE-BA5FB6C81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the </a:t>
            </a:r>
            <a:r>
              <a:rPr lang="en-US" dirty="0" err="1"/>
              <a:t>CourseGraph</a:t>
            </a:r>
            <a:r>
              <a:rPr lang="en-US" dirty="0"/>
              <a:t> Labs Fit Together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then … build a mini-capstone that extends this pattern!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478D61-3CDE-2B52-C786-64C66FBC68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51383"/>
              </p:ext>
            </p:extLst>
          </p:nvPr>
        </p:nvGraphicFramePr>
        <p:xfrm>
          <a:off x="1169852" y="2470089"/>
          <a:ext cx="1000324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0137">
                  <a:extLst>
                    <a:ext uri="{9D8B030D-6E8A-4147-A177-3AD203B41FA5}">
                      <a16:colId xmlns:a16="http://schemas.microsoft.com/office/drawing/2014/main" val="2880193630"/>
                    </a:ext>
                  </a:extLst>
                </a:gridCol>
                <a:gridCol w="3500845">
                  <a:extLst>
                    <a:ext uri="{9D8B030D-6E8A-4147-A177-3AD203B41FA5}">
                      <a16:colId xmlns:a16="http://schemas.microsoft.com/office/drawing/2014/main" val="204110684"/>
                    </a:ext>
                  </a:extLst>
                </a:gridCol>
                <a:gridCol w="5042263">
                  <a:extLst>
                    <a:ext uri="{9D8B030D-6E8A-4147-A177-3AD203B41FA5}">
                      <a16:colId xmlns:a16="http://schemas.microsoft.com/office/drawing/2014/main" val="42324532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Core Idea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212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5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LLM-Assisted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Structured outputs → validated SQL inserts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9354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6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Safe Natural-Language Queries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Read-only SQL, embeddings, injection defense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7736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7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Agentic Reasoning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Planning, tool use, and synthesis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45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0746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07D29-CC8A-C828-D8A6-4A2D2F818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5 Walkthrough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A1ABFA-4F72-2C5B-51B9-D0F23E626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421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AF9BF-A5C6-A9D5-D61A-698E67316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1: Ingest the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42CCD-6689-5D86-02CF-54061A180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Goal:</a:t>
            </a:r>
            <a:r>
              <a:rPr lang="en-US" dirty="0"/>
              <a:t> parse each line into validated JSON (</a:t>
            </a:r>
            <a:r>
              <a:rPr lang="en-US" dirty="0" err="1"/>
              <a:t>SectionSchema</a:t>
            </a:r>
            <a:r>
              <a:rPr lang="en-US" dirty="0"/>
              <a:t>).</a:t>
            </a:r>
          </a:p>
          <a:p>
            <a:r>
              <a:rPr lang="en-US" b="1" dirty="0"/>
              <a:t>Key call: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Run (safe preview):</a:t>
            </a:r>
            <a:endParaRPr lang="en-US" b="1" dirty="0"/>
          </a:p>
          <a:p>
            <a:pPr marL="457200" lvl="1" indent="0">
              <a:buNone/>
            </a:pPr>
            <a:r>
              <a:rPr lang="en-US" dirty="0">
                <a:latin typeface="Aptos Mono" panose="020B0009020202020204" pitchFamily="49" charset="0"/>
              </a:rPr>
              <a:t>python3 </a:t>
            </a:r>
            <a:r>
              <a:rPr lang="en-US" dirty="0" err="1">
                <a:latin typeface="Aptos Mono" panose="020B0009020202020204" pitchFamily="49" charset="0"/>
              </a:rPr>
              <a:t>src</a:t>
            </a:r>
            <a:r>
              <a:rPr lang="en-US" dirty="0">
                <a:latin typeface="Aptos Mono" panose="020B0009020202020204" pitchFamily="49" charset="0"/>
              </a:rPr>
              <a:t>/lab5_task1_ingest_sections.py --program  DSC --limit 5 --dry-run --verbose --temp 0.0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266006-21A5-4450-1213-471B75410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493" y="2489200"/>
            <a:ext cx="9072691" cy="185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681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8F9E3-6470-B21B-2326-6EC6026F9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3B12A-936F-8A47-D0A2-517E0DD6C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2: Prerequisite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F6562-5DA2-80DF-736A-BB660653F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Goal:</a:t>
            </a:r>
            <a:r>
              <a:rPr lang="en-US" dirty="0"/>
              <a:t> convert text like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“DSC 230 or permission of instructor”</a:t>
            </a:r>
            <a:br>
              <a:rPr lang="en-US" dirty="0"/>
            </a:br>
            <a:br>
              <a:rPr lang="en-US" dirty="0"/>
            </a:br>
            <a:r>
              <a:rPr lang="en-US" dirty="0"/>
              <a:t>→ {"</a:t>
            </a:r>
            <a:r>
              <a:rPr lang="en-US" dirty="0" err="1"/>
              <a:t>dnf</a:t>
            </a:r>
            <a:r>
              <a:rPr lang="en-US" dirty="0"/>
              <a:t>":[["DSC230"],["permission"]]}</a:t>
            </a:r>
          </a:p>
        </p:txBody>
      </p:sp>
    </p:spTree>
    <p:extLst>
      <p:ext uri="{BB962C8B-B14F-4D97-AF65-F5344CB8AC3E}">
        <p14:creationId xmlns:p14="http://schemas.microsoft.com/office/powerpoint/2010/main" val="725328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C31FE-EFBB-486A-A611-EDD6AB47F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2: Prerequisite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EDEA6-37F2-F0BD-B5AA-653E4F94F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LLM call now uses: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Validate + normalize: ensure AND/OR structure, uppercase codes</a:t>
            </a:r>
          </a:p>
          <a:p>
            <a:r>
              <a:rPr lang="en-US" dirty="0"/>
              <a:t>Run:</a:t>
            </a:r>
          </a:p>
          <a:p>
            <a:pPr marL="457200" lvl="1" indent="0">
              <a:buNone/>
            </a:pPr>
            <a:r>
              <a:rPr lang="en-US" dirty="0">
                <a:latin typeface="Aptos Mono" panose="020B0009020202020204" pitchFamily="49" charset="0"/>
              </a:rPr>
              <a:t>python3 </a:t>
            </a:r>
            <a:r>
              <a:rPr lang="en-US" dirty="0" err="1">
                <a:latin typeface="Aptos Mono" panose="020B0009020202020204" pitchFamily="49" charset="0"/>
              </a:rPr>
              <a:t>src</a:t>
            </a:r>
            <a:r>
              <a:rPr lang="en-US" dirty="0">
                <a:latin typeface="Aptos Mono" panose="020B0009020202020204" pitchFamily="49" charset="0"/>
              </a:rPr>
              <a:t>/lab5_task2_prereqs.py --program DSC </a:t>
            </a:r>
            <a:br>
              <a:rPr lang="en-US" dirty="0">
                <a:latin typeface="Aptos Mono" panose="020B0009020202020204" pitchFamily="49" charset="0"/>
              </a:rPr>
            </a:br>
            <a:r>
              <a:rPr lang="en-US" dirty="0">
                <a:latin typeface="Aptos Mono" panose="020B0009020202020204" pitchFamily="49" charset="0"/>
              </a:rPr>
              <a:t>--limit 5 --dry-run --verbose --temp 0.0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CF64A6-3150-43B4-6916-C346655C3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825" y="2382179"/>
            <a:ext cx="6900902" cy="177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733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DC6D2-5C0E-AD7F-3D5D-AF783AC9B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Semantic Enrichment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526F6-36F9-9E8B-080A-47F1883D7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Goal:</a:t>
            </a:r>
            <a:r>
              <a:rPr lang="en-US" dirty="0"/>
              <a:t> extract skills, modalities, audience from descriptions.</a:t>
            </a:r>
          </a:p>
          <a:p>
            <a:r>
              <a:rPr lang="en-US" b="1" dirty="0"/>
              <a:t>LLM call: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Validate + backfill baseline</a:t>
            </a:r>
            <a:r>
              <a:rPr lang="en-US" dirty="0"/>
              <a:t> to ensure every row has something.</a:t>
            </a:r>
          </a:p>
          <a:p>
            <a:r>
              <a:rPr lang="en-US" dirty="0"/>
              <a:t>Run:</a:t>
            </a:r>
          </a:p>
          <a:p>
            <a:pPr marL="457200" lvl="1" indent="0">
              <a:buNone/>
            </a:pPr>
            <a:r>
              <a:rPr lang="en-US" sz="2200" dirty="0">
                <a:latin typeface="Aptos Mono" panose="020B0009020202020204" pitchFamily="49" charset="0"/>
              </a:rPr>
              <a:t>python3 </a:t>
            </a:r>
            <a:r>
              <a:rPr lang="en-US" sz="2200" dirty="0" err="1">
                <a:latin typeface="Aptos Mono" panose="020B0009020202020204" pitchFamily="49" charset="0"/>
              </a:rPr>
              <a:t>src</a:t>
            </a:r>
            <a:r>
              <a:rPr lang="en-US" sz="2200" dirty="0">
                <a:latin typeface="Aptos Mono" panose="020B0009020202020204" pitchFamily="49" charset="0"/>
              </a:rPr>
              <a:t>/lab5_task3_enrich_descriptions.py --program DSC </a:t>
            </a:r>
            <a:br>
              <a:rPr lang="en-US" sz="2200" dirty="0">
                <a:latin typeface="Aptos Mono" panose="020B0009020202020204" pitchFamily="49" charset="0"/>
              </a:rPr>
            </a:br>
            <a:r>
              <a:rPr lang="en-US" sz="2200" dirty="0">
                <a:latin typeface="Aptos Mono" panose="020B0009020202020204" pitchFamily="49" charset="0"/>
              </a:rPr>
              <a:t>--limit 5 --dry-run --verbose --temp 0.0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BD1344-5794-CF0A-D12C-D78D95850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852" y="2308496"/>
            <a:ext cx="7579325" cy="193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457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BF62A-5726-9688-706C-DA99B1020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Wednesday Preview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8EC7B-C3E9-014C-0D19-EBDD2C903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80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68A6B-2FC8-772E-C2F7-B10599ED1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and Reliability Preview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90848-9503-1567-0531-C76D50376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Engineers design </a:t>
            </a:r>
            <a:r>
              <a:rPr lang="en-US" i="1" dirty="0"/>
              <a:t>safe failure modes</a:t>
            </a:r>
            <a:r>
              <a:rPr lang="en-US" dirty="0"/>
              <a:t> — </a:t>
            </a:r>
          </a:p>
          <a:p>
            <a:pPr marL="0" indent="0" algn="ctr">
              <a:buNone/>
            </a:pPr>
            <a:r>
              <a:rPr lang="en-US" dirty="0"/>
              <a:t>you can recover, log, or reject.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5FFEB13-1DCD-EF43-2AFC-D050AD4221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374726"/>
              </p:ext>
            </p:extLst>
          </p:nvPr>
        </p:nvGraphicFramePr>
        <p:xfrm>
          <a:off x="838200" y="1574800"/>
          <a:ext cx="9255034" cy="2866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7517">
                  <a:extLst>
                    <a:ext uri="{9D8B030D-6E8A-4147-A177-3AD203B41FA5}">
                      <a16:colId xmlns:a16="http://schemas.microsoft.com/office/drawing/2014/main" val="674290511"/>
                    </a:ext>
                  </a:extLst>
                </a:gridCol>
                <a:gridCol w="4627517">
                  <a:extLst>
                    <a:ext uri="{9D8B030D-6E8A-4147-A177-3AD203B41FA5}">
                      <a16:colId xmlns:a16="http://schemas.microsoft.com/office/drawing/2014/main" val="2637370335"/>
                    </a:ext>
                  </a:extLst>
                </a:gridCol>
              </a:tblGrid>
              <a:tr h="5733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Mitigation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7964406"/>
                  </a:ext>
                </a:extLst>
              </a:tr>
              <a:tr h="5733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Model drifts from 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format=schema</a:t>
                      </a:r>
                      <a:r>
                        <a:rPr lang="en-US"/>
                        <a:t> + Pydantic 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0039506"/>
                  </a:ext>
                </a:extLst>
              </a:tr>
              <a:tr h="5733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Hallucinated 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SQL whitelist (Lab 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3908045"/>
                  </a:ext>
                </a:extLst>
              </a:tr>
              <a:tr h="5733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Prompt injection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Guardrails in system prompt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145477"/>
                  </a:ext>
                </a:extLst>
              </a:tr>
              <a:tr h="5733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Bad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Coercion → re-validation loop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4712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9257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762</Words>
  <Application>Microsoft Macintosh PowerPoint</Application>
  <PresentationFormat>Widescreen</PresentationFormat>
  <Paragraphs>163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Aptos Display</vt:lpstr>
      <vt:lpstr>Aptos Mono</vt:lpstr>
      <vt:lpstr>Arial</vt:lpstr>
      <vt:lpstr>Courier New</vt:lpstr>
      <vt:lpstr>Office Theme</vt:lpstr>
      <vt:lpstr>LLM-Assisted Data Extraction</vt:lpstr>
      <vt:lpstr>Introduction</vt:lpstr>
      <vt:lpstr>Why This Matters</vt:lpstr>
      <vt:lpstr>Why This Matters</vt:lpstr>
      <vt:lpstr>Structured Outputs from LLMs</vt:lpstr>
      <vt:lpstr>Version 1</vt:lpstr>
      <vt:lpstr>Version 2: Ask for JSON</vt:lpstr>
      <vt:lpstr>Version 3</vt:lpstr>
      <vt:lpstr>Step 1: Define schema</vt:lpstr>
      <vt:lpstr>Step 2: Call model with schema enforcement</vt:lpstr>
      <vt:lpstr>Step 3: Try to recover from minor errors</vt:lpstr>
      <vt:lpstr>Takeaway</vt:lpstr>
      <vt:lpstr>Bridge Concepts</vt:lpstr>
      <vt:lpstr>PowerPoint Presentation</vt:lpstr>
      <vt:lpstr>Databases and SQL</vt:lpstr>
      <vt:lpstr>Quick psql demo</vt:lpstr>
      <vt:lpstr>Roadmap</vt:lpstr>
      <vt:lpstr>Lab 5 Walkthrough</vt:lpstr>
      <vt:lpstr>Task 1: Ingest the Schedule</vt:lpstr>
      <vt:lpstr>Task 2: Prerequisite Logic</vt:lpstr>
      <vt:lpstr>Task 2: Prerequisite Logic</vt:lpstr>
      <vt:lpstr>Task 3: Semantic Enrichment</vt:lpstr>
      <vt:lpstr>Wednesday Preview</vt:lpstr>
      <vt:lpstr>Safety and Reliability Preview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E. Allen</dc:creator>
  <cp:lastModifiedBy>Thomas E. Allen</cp:lastModifiedBy>
  <cp:revision>1</cp:revision>
  <dcterms:created xsi:type="dcterms:W3CDTF">2025-10-17T13:01:17Z</dcterms:created>
  <dcterms:modified xsi:type="dcterms:W3CDTF">2025-10-17T14:18:04Z</dcterms:modified>
</cp:coreProperties>
</file>