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1" r:id="rId5"/>
    <p:sldId id="270" r:id="rId6"/>
    <p:sldId id="262" r:id="rId7"/>
    <p:sldId id="260" r:id="rId8"/>
    <p:sldId id="264" r:id="rId9"/>
    <p:sldId id="261" r:id="rId10"/>
    <p:sldId id="269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E9C2DA-AB90-FC4D-854E-F604F87A0415}" v="23" dt="2025-11-07T15:27:30.4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>
      <p:cViewPr varScale="1">
        <p:scale>
          <a:sx n="91" d="100"/>
          <a:sy n="91" d="100"/>
        </p:scale>
        <p:origin x="19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E. Allen" userId="fac1e450-38fb-4bf3-b565-8fec8795d0e7" providerId="ADAL" clId="{7E3A5CB4-CCF8-5D69-894C-14E127D6541A}"/>
    <pc:docChg chg="undo custSel addSld delSld modSld">
      <pc:chgData name="Thomas E. Allen" userId="fac1e450-38fb-4bf3-b565-8fec8795d0e7" providerId="ADAL" clId="{7E3A5CB4-CCF8-5D69-894C-14E127D6541A}" dt="2025-11-07T15:28:50.548" v="297" actId="26606"/>
      <pc:docMkLst>
        <pc:docMk/>
      </pc:docMkLst>
      <pc:sldChg chg="modNotesTx">
        <pc:chgData name="Thomas E. Allen" userId="fac1e450-38fb-4bf3-b565-8fec8795d0e7" providerId="ADAL" clId="{7E3A5CB4-CCF8-5D69-894C-14E127D6541A}" dt="2025-11-07T15:25:18.809" v="55" actId="20577"/>
        <pc:sldMkLst>
          <pc:docMk/>
          <pc:sldMk cId="4266154347" sldId="256"/>
        </pc:sldMkLst>
      </pc:sldChg>
      <pc:sldChg chg="modSp">
        <pc:chgData name="Thomas E. Allen" userId="fac1e450-38fb-4bf3-b565-8fec8795d0e7" providerId="ADAL" clId="{7E3A5CB4-CCF8-5D69-894C-14E127D6541A}" dt="2025-11-07T15:27:30.452" v="233" actId="207"/>
        <pc:sldMkLst>
          <pc:docMk/>
          <pc:sldMk cId="2858958650" sldId="257"/>
        </pc:sldMkLst>
        <pc:spChg chg="mod">
          <ac:chgData name="Thomas E. Allen" userId="fac1e450-38fb-4bf3-b565-8fec8795d0e7" providerId="ADAL" clId="{7E3A5CB4-CCF8-5D69-894C-14E127D6541A}" dt="2025-11-07T15:27:30.452" v="233" actId="207"/>
          <ac:spMkLst>
            <pc:docMk/>
            <pc:sldMk cId="2858958650" sldId="257"/>
            <ac:spMk id="3" creationId="{2E2AADDF-4DE2-8031-AB4C-C46CBBBB9308}"/>
          </ac:spMkLst>
        </pc:spChg>
      </pc:sldChg>
      <pc:sldChg chg="del">
        <pc:chgData name="Thomas E. Allen" userId="fac1e450-38fb-4bf3-b565-8fec8795d0e7" providerId="ADAL" clId="{7E3A5CB4-CCF8-5D69-894C-14E127D6541A}" dt="2025-11-07T15:20:17.273" v="54" actId="2696"/>
        <pc:sldMkLst>
          <pc:docMk/>
          <pc:sldMk cId="1216776462" sldId="259"/>
        </pc:sldMkLst>
      </pc:sldChg>
      <pc:sldChg chg="modSp mod modAnim">
        <pc:chgData name="Thomas E. Allen" userId="fac1e450-38fb-4bf3-b565-8fec8795d0e7" providerId="ADAL" clId="{7E3A5CB4-CCF8-5D69-894C-14E127D6541A}" dt="2025-11-07T15:19:56.182" v="49" actId="20577"/>
        <pc:sldMkLst>
          <pc:docMk/>
          <pc:sldMk cId="1526404358" sldId="261"/>
        </pc:sldMkLst>
        <pc:spChg chg="mod">
          <ac:chgData name="Thomas E. Allen" userId="fac1e450-38fb-4bf3-b565-8fec8795d0e7" providerId="ADAL" clId="{7E3A5CB4-CCF8-5D69-894C-14E127D6541A}" dt="2025-11-07T15:16:20.369" v="10"/>
          <ac:spMkLst>
            <pc:docMk/>
            <pc:sldMk cId="1526404358" sldId="261"/>
            <ac:spMk id="2" creationId="{70898E28-AFDB-72A3-B072-6585AC1887C4}"/>
          </ac:spMkLst>
        </pc:spChg>
        <pc:spChg chg="mod">
          <ac:chgData name="Thomas E. Allen" userId="fac1e450-38fb-4bf3-b565-8fec8795d0e7" providerId="ADAL" clId="{7E3A5CB4-CCF8-5D69-894C-14E127D6541A}" dt="2025-11-07T15:19:56.182" v="49" actId="20577"/>
          <ac:spMkLst>
            <pc:docMk/>
            <pc:sldMk cId="1526404358" sldId="261"/>
            <ac:spMk id="3" creationId="{DDE3F57F-CC4B-06E1-298B-07670D224882}"/>
          </ac:spMkLst>
        </pc:spChg>
      </pc:sldChg>
      <pc:sldChg chg="modSp del mod modShow">
        <pc:chgData name="Thomas E. Allen" userId="fac1e450-38fb-4bf3-b565-8fec8795d0e7" providerId="ADAL" clId="{7E3A5CB4-CCF8-5D69-894C-14E127D6541A}" dt="2025-11-07T15:19:32.110" v="47" actId="2696"/>
        <pc:sldMkLst>
          <pc:docMk/>
          <pc:sldMk cId="2886115080" sldId="263"/>
        </pc:sldMkLst>
        <pc:spChg chg="mod">
          <ac:chgData name="Thomas E. Allen" userId="fac1e450-38fb-4bf3-b565-8fec8795d0e7" providerId="ADAL" clId="{7E3A5CB4-CCF8-5D69-894C-14E127D6541A}" dt="2025-11-07T15:16:46.630" v="15" actId="20577"/>
          <ac:spMkLst>
            <pc:docMk/>
            <pc:sldMk cId="2886115080" sldId="263"/>
            <ac:spMk id="2" creationId="{5E1F33D8-FB62-810E-48F5-A3E02945DB08}"/>
          </ac:spMkLst>
        </pc:spChg>
        <pc:spChg chg="mod">
          <ac:chgData name="Thomas E. Allen" userId="fac1e450-38fb-4bf3-b565-8fec8795d0e7" providerId="ADAL" clId="{7E3A5CB4-CCF8-5D69-894C-14E127D6541A}" dt="2025-11-07T15:17:32.504" v="38" actId="20577"/>
          <ac:spMkLst>
            <pc:docMk/>
            <pc:sldMk cId="2886115080" sldId="263"/>
            <ac:spMk id="3" creationId="{345C520E-5E9F-B9DF-D838-FC25BC3572C1}"/>
          </ac:spMkLst>
        </pc:spChg>
      </pc:sldChg>
      <pc:sldChg chg="addSp modSp add del mod setBg">
        <pc:chgData name="Thomas E. Allen" userId="fac1e450-38fb-4bf3-b565-8fec8795d0e7" providerId="ADAL" clId="{7E3A5CB4-CCF8-5D69-894C-14E127D6541A}" dt="2025-11-07T15:28:50.548" v="297" actId="26606"/>
        <pc:sldMkLst>
          <pc:docMk/>
          <pc:sldMk cId="3664545800" sldId="264"/>
        </pc:sldMkLst>
        <pc:spChg chg="mod">
          <ac:chgData name="Thomas E. Allen" userId="fac1e450-38fb-4bf3-b565-8fec8795d0e7" providerId="ADAL" clId="{7E3A5CB4-CCF8-5D69-894C-14E127D6541A}" dt="2025-11-07T15:28:50.548" v="297" actId="26606"/>
          <ac:spMkLst>
            <pc:docMk/>
            <pc:sldMk cId="3664545800" sldId="264"/>
            <ac:spMk id="2" creationId="{4ECD3238-E768-50E0-02F2-35F9E8781E12}"/>
          </ac:spMkLst>
        </pc:spChg>
        <pc:spChg chg="mod">
          <ac:chgData name="Thomas E. Allen" userId="fac1e450-38fb-4bf3-b565-8fec8795d0e7" providerId="ADAL" clId="{7E3A5CB4-CCF8-5D69-894C-14E127D6541A}" dt="2025-11-07T15:28:50.548" v="297" actId="26606"/>
          <ac:spMkLst>
            <pc:docMk/>
            <pc:sldMk cId="3664545800" sldId="264"/>
            <ac:spMk id="3" creationId="{47C723F8-2531-6A1A-6ED1-D16D06927F52}"/>
          </ac:spMkLst>
        </pc:spChg>
        <pc:spChg chg="add">
          <ac:chgData name="Thomas E. Allen" userId="fac1e450-38fb-4bf3-b565-8fec8795d0e7" providerId="ADAL" clId="{7E3A5CB4-CCF8-5D69-894C-14E127D6541A}" dt="2025-11-07T15:28:50.548" v="297" actId="26606"/>
          <ac:spMkLst>
            <pc:docMk/>
            <pc:sldMk cId="3664545800" sldId="264"/>
            <ac:spMk id="9" creationId="{3AD630B4-4CCC-7B1D-1803-DAED942D7E50}"/>
          </ac:spMkLst>
        </pc:spChg>
        <pc:picChg chg="add">
          <ac:chgData name="Thomas E. Allen" userId="fac1e450-38fb-4bf3-b565-8fec8795d0e7" providerId="ADAL" clId="{7E3A5CB4-CCF8-5D69-894C-14E127D6541A}" dt="2025-11-07T15:28:50.548" v="297" actId="26606"/>
          <ac:picMkLst>
            <pc:docMk/>
            <pc:sldMk cId="3664545800" sldId="264"/>
            <ac:picMk id="5" creationId="{4329B296-AEDA-0128-7EC3-02F6209AAD52}"/>
          </ac:picMkLst>
        </pc:picChg>
        <pc:cxnChg chg="add">
          <ac:chgData name="Thomas E. Allen" userId="fac1e450-38fb-4bf3-b565-8fec8795d0e7" providerId="ADAL" clId="{7E3A5CB4-CCF8-5D69-894C-14E127D6541A}" dt="2025-11-07T15:28:50.548" v="297" actId="26606"/>
          <ac:cxnSpMkLst>
            <pc:docMk/>
            <pc:sldMk cId="3664545800" sldId="264"/>
            <ac:cxnSpMk id="11" creationId="{49264613-F0F7-08CE-0ADF-98407A64DAE6}"/>
          </ac:cxnSpMkLst>
        </pc:cxnChg>
      </pc:sldChg>
      <pc:sldChg chg="add del mod modShow">
        <pc:chgData name="Thomas E. Allen" userId="fac1e450-38fb-4bf3-b565-8fec8795d0e7" providerId="ADAL" clId="{7E3A5CB4-CCF8-5D69-894C-14E127D6541A}" dt="2025-11-07T15:19:32.119" v="48" actId="2696"/>
        <pc:sldMkLst>
          <pc:docMk/>
          <pc:sldMk cId="782456704" sldId="265"/>
        </pc:sldMkLst>
      </pc:sldChg>
      <pc:sldChg chg="modAnim">
        <pc:chgData name="Thomas E. Allen" userId="fac1e450-38fb-4bf3-b565-8fec8795d0e7" providerId="ADAL" clId="{7E3A5CB4-CCF8-5D69-894C-14E127D6541A}" dt="2025-11-07T15:18:06.177" v="43"/>
        <pc:sldMkLst>
          <pc:docMk/>
          <pc:sldMk cId="2650358843" sldId="266"/>
        </pc:sldMkLst>
      </pc:sldChg>
      <pc:sldChg chg="modSp new modAnim">
        <pc:chgData name="Thomas E. Allen" userId="fac1e450-38fb-4bf3-b565-8fec8795d0e7" providerId="ADAL" clId="{7E3A5CB4-CCF8-5D69-894C-14E127D6541A}" dt="2025-11-07T15:20:12.229" v="53"/>
        <pc:sldMkLst>
          <pc:docMk/>
          <pc:sldMk cId="2013057145" sldId="269"/>
        </pc:sldMkLst>
        <pc:spChg chg="mod">
          <ac:chgData name="Thomas E. Allen" userId="fac1e450-38fb-4bf3-b565-8fec8795d0e7" providerId="ADAL" clId="{7E3A5CB4-CCF8-5D69-894C-14E127D6541A}" dt="2025-11-07T15:20:03.051" v="51"/>
          <ac:spMkLst>
            <pc:docMk/>
            <pc:sldMk cId="2013057145" sldId="269"/>
            <ac:spMk id="2" creationId="{0A0368CB-3804-1DDE-B3DB-D4D2CFB8FAB2}"/>
          </ac:spMkLst>
        </pc:spChg>
        <pc:spChg chg="mod">
          <ac:chgData name="Thomas E. Allen" userId="fac1e450-38fb-4bf3-b565-8fec8795d0e7" providerId="ADAL" clId="{7E3A5CB4-CCF8-5D69-894C-14E127D6541A}" dt="2025-11-07T15:20:09.388" v="52"/>
          <ac:spMkLst>
            <pc:docMk/>
            <pc:sldMk cId="2013057145" sldId="269"/>
            <ac:spMk id="3" creationId="{E9BB8A90-FC15-7D0D-300F-609D9DF609E5}"/>
          </ac:spMkLst>
        </pc:spChg>
      </pc:sldChg>
      <pc:sldChg chg="new del">
        <pc:chgData name="Thomas E. Allen" userId="fac1e450-38fb-4bf3-b565-8fec8795d0e7" providerId="ADAL" clId="{7E3A5CB4-CCF8-5D69-894C-14E127D6541A}" dt="2025-11-07T15:16:14.109" v="8" actId="680"/>
        <pc:sldMkLst>
          <pc:docMk/>
          <pc:sldMk cId="2074383602" sldId="269"/>
        </pc:sldMkLst>
      </pc:sldChg>
      <pc:sldChg chg="modSp new mod">
        <pc:chgData name="Thomas E. Allen" userId="fac1e450-38fb-4bf3-b565-8fec8795d0e7" providerId="ADAL" clId="{7E3A5CB4-CCF8-5D69-894C-14E127D6541A}" dt="2025-11-07T15:27:21.976" v="231" actId="207"/>
        <pc:sldMkLst>
          <pc:docMk/>
          <pc:sldMk cId="3237595282" sldId="270"/>
        </pc:sldMkLst>
        <pc:spChg chg="mod">
          <ac:chgData name="Thomas E. Allen" userId="fac1e450-38fb-4bf3-b565-8fec8795d0e7" providerId="ADAL" clId="{7E3A5CB4-CCF8-5D69-894C-14E127D6541A}" dt="2025-11-07T15:27:08.935" v="229" actId="20577"/>
          <ac:spMkLst>
            <pc:docMk/>
            <pc:sldMk cId="3237595282" sldId="270"/>
            <ac:spMk id="2" creationId="{873887D1-3427-03B8-D2B0-6D99EEAEF266}"/>
          </ac:spMkLst>
        </pc:spChg>
        <pc:spChg chg="mod">
          <ac:chgData name="Thomas E. Allen" userId="fac1e450-38fb-4bf3-b565-8fec8795d0e7" providerId="ADAL" clId="{7E3A5CB4-CCF8-5D69-894C-14E127D6541A}" dt="2025-11-07T15:27:21.976" v="231" actId="207"/>
          <ac:spMkLst>
            <pc:docMk/>
            <pc:sldMk cId="3237595282" sldId="270"/>
            <ac:spMk id="3" creationId="{A3E00D7F-E5FF-EBA5-0459-4761274834DF}"/>
          </ac:spMkLst>
        </pc:spChg>
      </pc:sldChg>
      <pc:sldChg chg="addSp modSp new mod setBg">
        <pc:chgData name="Thomas E. Allen" userId="fac1e450-38fb-4bf3-b565-8fec8795d0e7" providerId="ADAL" clId="{7E3A5CB4-CCF8-5D69-894C-14E127D6541A}" dt="2025-11-07T15:28:39.143" v="296" actId="26606"/>
        <pc:sldMkLst>
          <pc:docMk/>
          <pc:sldMk cId="1756791838" sldId="271"/>
        </pc:sldMkLst>
        <pc:spChg chg="mod">
          <ac:chgData name="Thomas E. Allen" userId="fac1e450-38fb-4bf3-b565-8fec8795d0e7" providerId="ADAL" clId="{7E3A5CB4-CCF8-5D69-894C-14E127D6541A}" dt="2025-11-07T15:28:39.143" v="296" actId="26606"/>
          <ac:spMkLst>
            <pc:docMk/>
            <pc:sldMk cId="1756791838" sldId="271"/>
            <ac:spMk id="2" creationId="{59187832-6B24-045C-B916-C35D2155EB4F}"/>
          </ac:spMkLst>
        </pc:spChg>
        <pc:spChg chg="mod">
          <ac:chgData name="Thomas E. Allen" userId="fac1e450-38fb-4bf3-b565-8fec8795d0e7" providerId="ADAL" clId="{7E3A5CB4-CCF8-5D69-894C-14E127D6541A}" dt="2025-11-07T15:28:39.143" v="296" actId="26606"/>
          <ac:spMkLst>
            <pc:docMk/>
            <pc:sldMk cId="1756791838" sldId="271"/>
            <ac:spMk id="3" creationId="{B77FE53E-03E6-00D7-D77A-D7AA7459F352}"/>
          </ac:spMkLst>
        </pc:spChg>
        <pc:spChg chg="add">
          <ac:chgData name="Thomas E. Allen" userId="fac1e450-38fb-4bf3-b565-8fec8795d0e7" providerId="ADAL" clId="{7E3A5CB4-CCF8-5D69-894C-14E127D6541A}" dt="2025-11-07T15:28:39.143" v="296" actId="26606"/>
          <ac:spMkLst>
            <pc:docMk/>
            <pc:sldMk cId="1756791838" sldId="271"/>
            <ac:spMk id="9" creationId="{EB0222B5-B739-82A9-5CCC-C5585AE12A69}"/>
          </ac:spMkLst>
        </pc:spChg>
        <pc:spChg chg="add">
          <ac:chgData name="Thomas E. Allen" userId="fac1e450-38fb-4bf3-b565-8fec8795d0e7" providerId="ADAL" clId="{7E3A5CB4-CCF8-5D69-894C-14E127D6541A}" dt="2025-11-07T15:28:39.143" v="296" actId="26606"/>
          <ac:spMkLst>
            <pc:docMk/>
            <pc:sldMk cId="1756791838" sldId="271"/>
            <ac:spMk id="11" creationId="{5BE23E75-E7E9-4D9F-6D25-5512363F8621}"/>
          </ac:spMkLst>
        </pc:spChg>
        <pc:picChg chg="add">
          <ac:chgData name="Thomas E. Allen" userId="fac1e450-38fb-4bf3-b565-8fec8795d0e7" providerId="ADAL" clId="{7E3A5CB4-CCF8-5D69-894C-14E127D6541A}" dt="2025-11-07T15:28:39.143" v="296" actId="26606"/>
          <ac:picMkLst>
            <pc:docMk/>
            <pc:sldMk cId="1756791838" sldId="271"/>
            <ac:picMk id="5" creationId="{BEEB3439-512F-27C6-A3EA-9DC2E73210F2}"/>
          </ac:picMkLst>
        </pc:picChg>
        <pc:cxnChg chg="add">
          <ac:chgData name="Thomas E. Allen" userId="fac1e450-38fb-4bf3-b565-8fec8795d0e7" providerId="ADAL" clId="{7E3A5CB4-CCF8-5D69-894C-14E127D6541A}" dt="2025-11-07T15:28:39.143" v="296" actId="26606"/>
          <ac:cxnSpMkLst>
            <pc:docMk/>
            <pc:sldMk cId="1756791838" sldId="271"/>
            <ac:cxnSpMk id="13" creationId="{61B115DB-65EB-3FC3-7284-CFDF4ADC60B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591BE-1A8C-0A43-A0F0-5EFA59E7C748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0F7B3-0E0E-744F-AE73-24F754483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2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0F7B3-0E0E-744F-AE73-24F754483B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48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Policy. Not sci-fi.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Examples: entities/summaries from docs, tool outputs (SQL rows, API JSON), user clarifications/preferences, lightweight semantic cache—each stamped with source, time, and confidence/TTL.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0F7B3-0E0E-744F-AE73-24F754483B7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38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A8D54-7536-9512-73FC-BA22C23B5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1227C-0F33-7512-4CC1-341CFC684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9DD07-C684-0C38-9D92-C7AE9CE1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C7EC-3BCD-0847-867E-19CBF627A23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CBF3B-E518-B466-8025-0F873C70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B812-9E1B-51B6-E49C-D77E254B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D10A-E51D-F64C-B6F6-27745CC3C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33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5CD5-C9C9-BF3A-A1C8-6E3EB4E5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7BF78-298D-7914-BDD0-B4C0B71FA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85E58-E870-61D3-63C9-55D872C08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C7EC-3BCD-0847-867E-19CBF627A23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FEC1D-2E82-95F1-C3FE-FCF38A10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9A33A-CEB8-A5E7-2751-3F2BB0D33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D10A-E51D-F64C-B6F6-27745CC3C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8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528E-CB4E-BAB1-7698-5570F07EE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E7377-6E0A-62BD-67F2-5ED913036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687FA-0521-CAFD-F093-9790A7C00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C7EC-3BCD-0847-867E-19CBF627A23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DEF77-23AF-0689-9450-1730F4C0F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E00A-45DF-E31B-F45B-C6B6FDB84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D10A-E51D-F64C-B6F6-27745CC3C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72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25F98-42E7-78F5-F185-F0700E8B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205CB-DE76-E40D-B47C-52C5FEC2C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F676C-2A64-AE64-38A6-4851EF62E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9238B-4318-6397-0C8B-54428C3C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C7EC-3BCD-0847-867E-19CBF627A23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4136F-6158-7796-89D9-5AD92A7E0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63B62-7D04-1DC9-0854-47F6A7A1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D10A-E51D-F64C-B6F6-27745CC3C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71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FC0E3-273F-A12E-A833-5D57F9F00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44FD9-3DE4-254D-CFF0-D8B8347E7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85F38-6FE1-1F37-F410-1A9E45AB2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FD5C97-44B6-6E17-9C2B-68423A50D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F86E3C-F2B6-772E-D750-99E74B77E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AE58E-2406-1172-2B63-E126EF090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C7EC-3BCD-0847-867E-19CBF627A23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256B5C-7470-A8D3-DC25-5574C802C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EB4D63-E8F6-1B75-0CF8-1EA90465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D10A-E51D-F64C-B6F6-27745CC3C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E1BAF-2489-E7C1-0C4D-D8A2C57B4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1AC350-C24E-42D6-2229-7E3EA8FCD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C7EC-3BCD-0847-867E-19CBF627A23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F66EE6-0546-28E3-CCDC-C4FF29D7F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AF6D6-91FF-BB9F-2D2E-2B158374F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D10A-E51D-F64C-B6F6-27745CC3C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65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EE22FB-0FC1-3908-A8E6-BFD680E6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C7EC-3BCD-0847-867E-19CBF627A23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317FAA-FEB2-FB23-D716-689E79EC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8DC7B-9563-02B6-C69B-709A6ACA2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D10A-E51D-F64C-B6F6-27745CC3C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05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198F-BCFB-B756-6FC6-C658AEA3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722B7-FA85-24F4-25CC-94F334FFD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14169-E9CA-E853-E3A1-60E1390CB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83826-545E-13B8-677E-C37E4C21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C7EC-3BCD-0847-867E-19CBF627A23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5AF1B-4448-2EFF-8FB4-2FC735813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29E1D-4371-56F8-5E38-CE84EBFA7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D10A-E51D-F64C-B6F6-27745CC3C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80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FB506-695B-64DD-CF4C-8C2781B6E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2B3BF3-2FE5-F4B6-645E-2BCC1406A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149B5-84F1-7DB6-FEB9-32F53B67D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9407C-93D3-F618-0EC5-C20485F3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C7EC-3BCD-0847-867E-19CBF627A23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9CEBB-88B9-6967-C71E-3B31C9253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0201F-120C-D592-B7C9-C49A80C9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D10A-E51D-F64C-B6F6-27745CC3C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96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3554C-C0C6-1178-1A56-796413B39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4E6AB-7A54-5B03-8B8D-48CEACE78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C0B3D-5E73-4C1F-4B5B-3448ECB2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C7EC-3BCD-0847-867E-19CBF627A23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14E48-CAC6-46F4-F734-B634ECE1F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0060E-C34F-0AC6-97AD-CB103BCFB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D10A-E51D-F64C-B6F6-27745CC3C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84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651128-4349-E798-F5AC-01C8CAEBB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B8737-43D9-8373-2D9E-0FD645975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7F27-60C4-13BD-4254-10AA24F8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C7EC-3BCD-0847-867E-19CBF627A23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B22BD-02C6-AE08-C707-F2FF9EFF0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F7A1D-6CF3-6218-2530-779A433B3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D10A-E51D-F64C-B6F6-27745CC3C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66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56144-D949-1FC8-7AA9-AE408431D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17E05-DA73-3F0C-3A36-AB332EB71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5473A-AC90-099D-D995-87986A8F21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1C7EC-3BCD-0847-867E-19CBF627A23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8F2EF-714C-F2E3-9A9F-5CD63C3E6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5EF55-D8D5-8EE9-29F8-373D441DB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4D10A-E51D-F64C-B6F6-27745CC3C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14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55415-A6AA-B658-43F5-4912D59F0C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RAG Revisited</a:t>
            </a:r>
            <a:br>
              <a:rPr lang="en-US" dirty="0"/>
            </a:br>
            <a:r>
              <a:rPr lang="en-US" sz="3600" dirty="0"/>
              <a:t>Grounding Answers with Evidence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95917-41AC-A6A4-9605-8CE3F87C1A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dirty="0"/>
              <a:t>DSC 360 Building AI-Powered Applications</a:t>
            </a:r>
          </a:p>
          <a:p>
            <a:r>
              <a:rPr lang="en-US" dirty="0"/>
              <a:t>Unit 8: From Prototype to Production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154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C5319-2960-6225-3C49-80848FA8E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(1 min.)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AADDF-4DE2-8031-AB4C-C46CBBBB9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In one sentence: </a:t>
            </a:r>
          </a:p>
          <a:p>
            <a:pPr marL="0" indent="0" algn="ctr">
              <a:buNone/>
            </a:pPr>
            <a:r>
              <a:rPr lang="en-US" sz="6000" b="1" dirty="0">
                <a:solidFill>
                  <a:srgbClr val="C00000"/>
                </a:solidFill>
              </a:rPr>
              <a:t>What is the point of RAG?</a:t>
            </a:r>
          </a:p>
          <a:p>
            <a:pPr marL="0" indent="0" algn="ctr">
              <a:buNone/>
            </a:pPr>
            <a:endParaRPr lang="en-US" sz="6000" dirty="0"/>
          </a:p>
          <a:p>
            <a:r>
              <a:rPr lang="en-US" dirty="0"/>
              <a:t>Follow-up: What evidence would you retrieve for </a:t>
            </a:r>
            <a:r>
              <a:rPr lang="en-US" i="1" dirty="0"/>
              <a:t>this</a:t>
            </a:r>
            <a:r>
              <a:rPr lang="en-US" dirty="0"/>
              <a:t> class of questions, and how would you know your answer is grounded?</a:t>
            </a:r>
          </a:p>
        </p:txBody>
      </p:sp>
    </p:spTree>
    <p:extLst>
      <p:ext uri="{BB962C8B-B14F-4D97-AF65-F5344CB8AC3E}">
        <p14:creationId xmlns:p14="http://schemas.microsoft.com/office/powerpoint/2010/main" val="285895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DD94-5EB6-FB37-F8DE-DFE4E4D4C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B7B7F-5FD9-A5E4-2791-74591A145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 of the box, </a:t>
            </a:r>
            <a:r>
              <a:rPr lang="en-US" b="1" dirty="0"/>
              <a:t>LLMs are fluent, not factual</a:t>
            </a:r>
          </a:p>
          <a:p>
            <a:r>
              <a:rPr lang="en-US" dirty="0"/>
              <a:t>Knowledge changes beyond the model’s training</a:t>
            </a:r>
          </a:p>
          <a:p>
            <a:r>
              <a:rPr lang="en-US" dirty="0"/>
              <a:t>Context windows are limited</a:t>
            </a:r>
          </a:p>
          <a:p>
            <a:r>
              <a:rPr lang="en-US" b="1" dirty="0"/>
              <a:t>Grounding</a:t>
            </a:r>
            <a:r>
              <a:rPr lang="en-US" dirty="0"/>
              <a:t> lets our systems cite, check, abstain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EB3439-512F-27C6-A3EA-9DC2E73210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87832-6B24-045C-B916-C35D2155E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7434"/>
            <a:ext cx="7800660" cy="15209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Retrieval: Our North Star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FE53E-03E6-00D7-D77A-D7AA7459F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93441"/>
            <a:ext cx="6295332" cy="1588514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180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791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887D1-3427-03B8-D2B0-6D99EEAEF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00D7F-E5FF-EBA5-0459-476127483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What </a:t>
            </a:r>
            <a:r>
              <a:rPr lang="en-US" sz="4400" b="1" dirty="0">
                <a:solidFill>
                  <a:srgbClr val="C00000"/>
                </a:solidFill>
              </a:rPr>
              <a:t>retrieval modes </a:t>
            </a:r>
          </a:p>
          <a:p>
            <a:pPr marL="0" indent="0" algn="ctr">
              <a:buNone/>
            </a:pPr>
            <a:r>
              <a:rPr lang="en-US" sz="4400" dirty="0"/>
              <a:t>are available to as we implement </a:t>
            </a:r>
          </a:p>
          <a:p>
            <a:pPr marL="0" indent="0" algn="ctr">
              <a:buNone/>
            </a:pPr>
            <a:r>
              <a:rPr lang="en-US" sz="4400" dirty="0"/>
              <a:t>AI-powered applications?</a:t>
            </a:r>
          </a:p>
        </p:txBody>
      </p:sp>
    </p:spTree>
    <p:extLst>
      <p:ext uri="{BB962C8B-B14F-4D97-AF65-F5344CB8AC3E}">
        <p14:creationId xmlns:p14="http://schemas.microsoft.com/office/powerpoint/2010/main" val="3237595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03CC7B39-82D4-8922-970F-CA0FB2C82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864" y="457200"/>
            <a:ext cx="890427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860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6F97-DB4A-CBA8-124B-92062D30C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Surface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9F9E9-03B2-ED7C-A7A3-1E55E922C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Dense vectors</a:t>
            </a:r>
            <a:r>
              <a:rPr lang="en-US" dirty="0"/>
              <a:t> 		Semantic KNN; first pass for meaning</a:t>
            </a:r>
          </a:p>
          <a:p>
            <a:r>
              <a:rPr lang="en-US" b="1" dirty="0"/>
              <a:t>BM25 keywords</a:t>
            </a:r>
            <a:r>
              <a:rPr lang="en-US" dirty="0"/>
              <a:t> 	Exact IDs, names, error strings</a:t>
            </a:r>
          </a:p>
          <a:p>
            <a:r>
              <a:rPr lang="en-US" b="1" dirty="0"/>
              <a:t>Extraction-first</a:t>
            </a:r>
            <a:r>
              <a:rPr lang="en-US" dirty="0"/>
              <a:t> 		Normalize messy text, then retrieve</a:t>
            </a:r>
          </a:p>
          <a:p>
            <a:r>
              <a:rPr lang="en-US" b="1" dirty="0"/>
              <a:t>SQL / APIs</a:t>
            </a:r>
            <a:r>
              <a:rPr lang="en-US" dirty="0"/>
              <a:t> 		Facts, counts, joins; “show your work”</a:t>
            </a:r>
          </a:p>
          <a:p>
            <a:r>
              <a:rPr lang="en-US" b="1" dirty="0"/>
              <a:t>Vision → text</a:t>
            </a:r>
            <a:r>
              <a:rPr lang="en-US" dirty="0"/>
              <a:t> 		Captions/OCR/tables, then same pipeline</a:t>
            </a:r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Retrieval ≠ Vector Store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4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D630B4-4CCC-7B1D-1803-DAED942D7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udio sound board">
            <a:extLst>
              <a:ext uri="{FF2B5EF4-FFF2-40B4-BE49-F238E27FC236}">
                <a16:creationId xmlns:a16="http://schemas.microsoft.com/office/drawing/2014/main" id="{4329B296-AEDA-0128-7EC3-02F6209AAD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CD3238-E768-50E0-02F2-35F9E878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7434"/>
            <a:ext cx="7848600" cy="32044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Control Surface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723F8-2531-6A1A-6ED1-D16D06927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792531"/>
            <a:ext cx="5334000" cy="1089423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180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264613-F0F7-08CE-0ADF-98407A64D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545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8E28-AFDB-72A3-B072-6585AC188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Guardrails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3F57F-CC4B-06E1-298B-07670D224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r>
              <a:rPr lang="en-US" dirty="0"/>
              <a:t>Cutoff → </a:t>
            </a:r>
            <a:r>
              <a:rPr lang="en-US" b="1" dirty="0"/>
              <a:t>abstain/clarify</a:t>
            </a:r>
            <a:endParaRPr lang="en-US" dirty="0"/>
          </a:p>
          <a:p>
            <a:r>
              <a:rPr lang="en-US" b="1" dirty="0"/>
              <a:t>Evidence-only</a:t>
            </a:r>
            <a:r>
              <a:rPr lang="en-US" dirty="0"/>
              <a:t> answers; </a:t>
            </a:r>
            <a:r>
              <a:rPr lang="en-US" b="1" dirty="0"/>
              <a:t>show</a:t>
            </a:r>
            <a:r>
              <a:rPr lang="en-US" dirty="0"/>
              <a:t> the evidence</a:t>
            </a:r>
          </a:p>
          <a:p>
            <a:r>
              <a:rPr lang="en-US" b="1" dirty="0"/>
              <a:t>Deterministic</a:t>
            </a:r>
            <a:r>
              <a:rPr lang="en-US" dirty="0"/>
              <a:t> extract &amp; SQL (temp=0); </a:t>
            </a:r>
            <a:r>
              <a:rPr lang="en-US" b="1" dirty="0"/>
              <a:t>validate</a:t>
            </a:r>
            <a:r>
              <a:rPr lang="en-US" dirty="0"/>
              <a:t> schema</a:t>
            </a:r>
          </a:p>
          <a:p>
            <a:r>
              <a:rPr lang="en-US" b="1" dirty="0"/>
              <a:t>Re-rank &amp; order</a:t>
            </a:r>
            <a:r>
              <a:rPr lang="en-US" dirty="0"/>
              <a:t> to avoid lost-in-the-middle</a:t>
            </a:r>
          </a:p>
        </p:txBody>
      </p:sp>
    </p:spTree>
    <p:extLst>
      <p:ext uri="{BB962C8B-B14F-4D97-AF65-F5344CB8AC3E}">
        <p14:creationId xmlns:p14="http://schemas.microsoft.com/office/powerpoint/2010/main" val="152640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68CB-3804-1DDE-B3DB-D4D2CFB8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B8A90-FC15-7D0D-300F-609D9DF60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Timeouts, retries, rate limits</a:t>
            </a:r>
          </a:p>
          <a:p>
            <a:r>
              <a:rPr lang="en-US" dirty="0"/>
              <a:t>Circuit breaker for flaky tools</a:t>
            </a:r>
          </a:p>
          <a:p>
            <a:r>
              <a:rPr lang="en-US" dirty="0"/>
              <a:t>Logs + metrics (redact PII)</a:t>
            </a:r>
          </a:p>
          <a:p>
            <a:r>
              <a:rPr lang="en-US" dirty="0"/>
              <a:t>Read-only DB roles; allow-listed tools</a:t>
            </a:r>
          </a:p>
          <a:p>
            <a:r>
              <a:rPr lang="en-US" dirty="0"/>
              <a:t>Semantic cache; small-by-default (fallback bigger)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05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301A-0225-691B-7709-56D5F91F5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within an Agent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3817E-CD10-F4CA-94AD-9CAE20183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70265" cy="4351338"/>
          </a:xfrm>
        </p:spPr>
        <p:txBody>
          <a:bodyPr>
            <a:normAutofit/>
          </a:bodyPr>
          <a:lstStyle/>
          <a:p>
            <a:r>
              <a:rPr lang="en-US" dirty="0"/>
              <a:t>Perceive → Decide → Act → Reflect</a:t>
            </a:r>
          </a:p>
          <a:p>
            <a:r>
              <a:rPr lang="en-US" dirty="0"/>
              <a:t>Pick a tool: Retrieval • SQL/API • </a:t>
            </a:r>
            <a:r>
              <a:rPr lang="en-US" dirty="0" err="1"/>
              <a:t>Vision→text</a:t>
            </a:r>
            <a:endParaRPr lang="en-US" dirty="0"/>
          </a:p>
          <a:p>
            <a:r>
              <a:rPr lang="en-US" dirty="0"/>
              <a:t>Generate from evidence only; </a:t>
            </a:r>
            <a:r>
              <a:rPr lang="en-US" b="1" dirty="0"/>
              <a:t>abstain</a:t>
            </a:r>
            <a:r>
              <a:rPr lang="en-US" dirty="0"/>
              <a:t> if weak</a:t>
            </a:r>
          </a:p>
          <a:p>
            <a:r>
              <a:rPr lang="en-US" dirty="0"/>
              <a:t>Self-check → re-rank, expand, or clarify</a:t>
            </a:r>
          </a:p>
          <a:p>
            <a:r>
              <a:rPr lang="en-US" dirty="0"/>
              <a:t>KB (agent memory): read facts; append facts/results with provenance</a:t>
            </a:r>
          </a:p>
        </p:txBody>
      </p:sp>
    </p:spTree>
    <p:extLst>
      <p:ext uri="{BB962C8B-B14F-4D97-AF65-F5344CB8AC3E}">
        <p14:creationId xmlns:p14="http://schemas.microsoft.com/office/powerpoint/2010/main" val="2650358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54FB-2BB2-9616-908F-FD6FD5AC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Worksheet: Modes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24F4F-C9E9-0BCB-3698-6B5620BD5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918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55EB-4D83-6D2F-116D-4E33EBCBD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C291-A6E6-5623-77BA-B1FB6465A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Proposals due tonight (small part of your project grade)</a:t>
            </a:r>
          </a:p>
        </p:txBody>
      </p:sp>
    </p:spTree>
    <p:extLst>
      <p:ext uri="{BB962C8B-B14F-4D97-AF65-F5344CB8AC3E}">
        <p14:creationId xmlns:p14="http://schemas.microsoft.com/office/powerpoint/2010/main" val="147087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354</Words>
  <Application>Microsoft Macintosh PowerPoint</Application>
  <PresentationFormat>Widescreen</PresentationFormat>
  <Paragraphs>53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RAG Revisited Grounding Answers with Evidence</vt:lpstr>
      <vt:lpstr>Discuss (1 min.)</vt:lpstr>
      <vt:lpstr>Why RAG</vt:lpstr>
      <vt:lpstr>Retrieval: Our North Star</vt:lpstr>
      <vt:lpstr>Discuss</vt:lpstr>
      <vt:lpstr>PowerPoint Presentation</vt:lpstr>
      <vt:lpstr>Retrieval Surface</vt:lpstr>
      <vt:lpstr>Control Surface</vt:lpstr>
      <vt:lpstr>Guardrails</vt:lpstr>
      <vt:lpstr>Operations</vt:lpstr>
      <vt:lpstr>RAG within an Agent Loop</vt:lpstr>
      <vt:lpstr>Worksheet: Modes</vt:lpstr>
      <vt:lpstr>Reminder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E. Allen</dc:creator>
  <cp:lastModifiedBy>Thomas E. Allen</cp:lastModifiedBy>
  <cp:revision>1</cp:revision>
  <dcterms:created xsi:type="dcterms:W3CDTF">2025-11-07T14:17:53Z</dcterms:created>
  <dcterms:modified xsi:type="dcterms:W3CDTF">2025-11-07T15:28:59Z</dcterms:modified>
</cp:coreProperties>
</file>