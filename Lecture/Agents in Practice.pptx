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95" r:id="rId3"/>
    <p:sldId id="258" r:id="rId4"/>
    <p:sldId id="259" r:id="rId5"/>
    <p:sldId id="261" r:id="rId6"/>
    <p:sldId id="299" r:id="rId7"/>
    <p:sldId id="260" r:id="rId8"/>
    <p:sldId id="262" r:id="rId9"/>
    <p:sldId id="264" r:id="rId10"/>
    <p:sldId id="263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6" r:id="rId21"/>
    <p:sldId id="278" r:id="rId22"/>
    <p:sldId id="279" r:id="rId23"/>
    <p:sldId id="280" r:id="rId24"/>
    <p:sldId id="281" r:id="rId25"/>
    <p:sldId id="282" r:id="rId26"/>
    <p:sldId id="283" r:id="rId27"/>
    <p:sldId id="296" r:id="rId28"/>
    <p:sldId id="297" r:id="rId29"/>
    <p:sldId id="298" r:id="rId30"/>
    <p:sldId id="286" r:id="rId31"/>
    <p:sldId id="302" r:id="rId32"/>
    <p:sldId id="287" r:id="rId33"/>
    <p:sldId id="288" r:id="rId34"/>
    <p:sldId id="301" r:id="rId35"/>
    <p:sldId id="291" r:id="rId36"/>
    <p:sldId id="294" r:id="rId37"/>
    <p:sldId id="293" r:id="rId38"/>
    <p:sldId id="29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515FB-6217-854A-8795-2BCF5C0F1A5C}" v="505" dt="2025-11-05T16:40:03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custSel addSld delSld modSld sldOrd">
      <pc:chgData name="Thomas E. Allen" userId="fac1e450-38fb-4bf3-b565-8fec8795d0e7" providerId="ADAL" clId="{7E3A5CB4-CCF8-5D69-894C-14E127D6541A}" dt="2025-11-05T16:40:32.793" v="1944" actId="20577"/>
      <pc:docMkLst>
        <pc:docMk/>
      </pc:docMkLst>
      <pc:sldChg chg="del">
        <pc:chgData name="Thomas E. Allen" userId="fac1e450-38fb-4bf3-b565-8fec8795d0e7" providerId="ADAL" clId="{7E3A5CB4-CCF8-5D69-894C-14E127D6541A}" dt="2025-11-05T14:57:02.874" v="812" actId="2696"/>
        <pc:sldMkLst>
          <pc:docMk/>
          <pc:sldMk cId="1176130476" sldId="257"/>
        </pc:sldMkLst>
      </pc:sldChg>
      <pc:sldChg chg="modSp modAnim">
        <pc:chgData name="Thomas E. Allen" userId="fac1e450-38fb-4bf3-b565-8fec8795d0e7" providerId="ADAL" clId="{7E3A5CB4-CCF8-5D69-894C-14E127D6541A}" dt="2025-11-05T16:26:01.192" v="1435" actId="207"/>
        <pc:sldMkLst>
          <pc:docMk/>
          <pc:sldMk cId="3817196880" sldId="258"/>
        </pc:sldMkLst>
        <pc:spChg chg="mod">
          <ac:chgData name="Thomas E. Allen" userId="fac1e450-38fb-4bf3-b565-8fec8795d0e7" providerId="ADAL" clId="{7E3A5CB4-CCF8-5D69-894C-14E127D6541A}" dt="2025-11-05T16:26:01.192" v="1435" actId="207"/>
          <ac:spMkLst>
            <pc:docMk/>
            <pc:sldMk cId="3817196880" sldId="258"/>
            <ac:spMk id="3" creationId="{62984CDC-49F5-47A6-546E-3AE148AC5576}"/>
          </ac:spMkLst>
        </pc:spChg>
      </pc:sldChg>
      <pc:sldChg chg="modAnim">
        <pc:chgData name="Thomas E. Allen" userId="fac1e450-38fb-4bf3-b565-8fec8795d0e7" providerId="ADAL" clId="{7E3A5CB4-CCF8-5D69-894C-14E127D6541A}" dt="2025-11-05T15:12:03.913" v="1385"/>
        <pc:sldMkLst>
          <pc:docMk/>
          <pc:sldMk cId="1993881586" sldId="259"/>
        </pc:sldMkLst>
      </pc:sldChg>
      <pc:sldChg chg="modAnim">
        <pc:chgData name="Thomas E. Allen" userId="fac1e450-38fb-4bf3-b565-8fec8795d0e7" providerId="ADAL" clId="{7E3A5CB4-CCF8-5D69-894C-14E127D6541A}" dt="2025-11-05T15:12:15.695" v="1387"/>
        <pc:sldMkLst>
          <pc:docMk/>
          <pc:sldMk cId="202679743" sldId="260"/>
        </pc:sldMkLst>
      </pc:sldChg>
      <pc:sldChg chg="modSp modAnim">
        <pc:chgData name="Thomas E. Allen" userId="fac1e450-38fb-4bf3-b565-8fec8795d0e7" providerId="ADAL" clId="{7E3A5CB4-CCF8-5D69-894C-14E127D6541A}" dt="2025-11-05T16:37:22.027" v="1875" actId="113"/>
        <pc:sldMkLst>
          <pc:docMk/>
          <pc:sldMk cId="115027972" sldId="261"/>
        </pc:sldMkLst>
        <pc:spChg chg="mod">
          <ac:chgData name="Thomas E. Allen" userId="fac1e450-38fb-4bf3-b565-8fec8795d0e7" providerId="ADAL" clId="{7E3A5CB4-CCF8-5D69-894C-14E127D6541A}" dt="2025-11-05T16:37:22.027" v="1875" actId="113"/>
          <ac:spMkLst>
            <pc:docMk/>
            <pc:sldMk cId="115027972" sldId="261"/>
            <ac:spMk id="3" creationId="{5F4DDC7A-ECA9-2E83-703E-BDD7FDC7590A}"/>
          </ac:spMkLst>
        </pc:spChg>
      </pc:sldChg>
      <pc:sldChg chg="modAnim">
        <pc:chgData name="Thomas E. Allen" userId="fac1e450-38fb-4bf3-b565-8fec8795d0e7" providerId="ADAL" clId="{7E3A5CB4-CCF8-5D69-894C-14E127D6541A}" dt="2025-11-05T15:12:24.395" v="1388"/>
        <pc:sldMkLst>
          <pc:docMk/>
          <pc:sldMk cId="3246839548" sldId="262"/>
        </pc:sldMkLst>
      </pc:sldChg>
      <pc:sldChg chg="modSp mod modAnim">
        <pc:chgData name="Thomas E. Allen" userId="fac1e450-38fb-4bf3-b565-8fec8795d0e7" providerId="ADAL" clId="{7E3A5CB4-CCF8-5D69-894C-14E127D6541A}" dt="2025-11-05T15:12:31.363" v="1389"/>
        <pc:sldMkLst>
          <pc:docMk/>
          <pc:sldMk cId="1591562814" sldId="263"/>
        </pc:sldMkLst>
        <pc:spChg chg="mod">
          <ac:chgData name="Thomas E. Allen" userId="fac1e450-38fb-4bf3-b565-8fec8795d0e7" providerId="ADAL" clId="{7E3A5CB4-CCF8-5D69-894C-14E127D6541A}" dt="2025-11-05T14:59:33.415" v="931" actId="20577"/>
          <ac:spMkLst>
            <pc:docMk/>
            <pc:sldMk cId="1591562814" sldId="263"/>
            <ac:spMk id="3" creationId="{3637CA6C-99FE-0D6D-16BF-C8FCC942B803}"/>
          </ac:spMkLst>
        </pc:spChg>
      </pc:sldChg>
      <pc:sldChg chg="modSp mod">
        <pc:chgData name="Thomas E. Allen" userId="fac1e450-38fb-4bf3-b565-8fec8795d0e7" providerId="ADAL" clId="{7E3A5CB4-CCF8-5D69-894C-14E127D6541A}" dt="2025-11-05T16:26:31.452" v="1436" actId="20577"/>
        <pc:sldMkLst>
          <pc:docMk/>
          <pc:sldMk cId="1026674483" sldId="264"/>
        </pc:sldMkLst>
        <pc:spChg chg="mod">
          <ac:chgData name="Thomas E. Allen" userId="fac1e450-38fb-4bf3-b565-8fec8795d0e7" providerId="ADAL" clId="{7E3A5CB4-CCF8-5D69-894C-14E127D6541A}" dt="2025-11-05T16:26:31.452" v="1436" actId="20577"/>
          <ac:spMkLst>
            <pc:docMk/>
            <pc:sldMk cId="1026674483" sldId="264"/>
            <ac:spMk id="2" creationId="{B2DA196F-74C3-AFB3-D32E-3C5F94A26F89}"/>
          </ac:spMkLst>
        </pc:spChg>
      </pc:sldChg>
      <pc:sldChg chg="modSp mod">
        <pc:chgData name="Thomas E. Allen" userId="fac1e450-38fb-4bf3-b565-8fec8795d0e7" providerId="ADAL" clId="{7E3A5CB4-CCF8-5D69-894C-14E127D6541A}" dt="2025-11-05T14:30:27.549" v="55" actId="27636"/>
        <pc:sldMkLst>
          <pc:docMk/>
          <pc:sldMk cId="2927278839" sldId="266"/>
        </pc:sldMkLst>
        <pc:spChg chg="mod">
          <ac:chgData name="Thomas E. Allen" userId="fac1e450-38fb-4bf3-b565-8fec8795d0e7" providerId="ADAL" clId="{7E3A5CB4-CCF8-5D69-894C-14E127D6541A}" dt="2025-11-05T14:28:29.966" v="47" actId="20577"/>
          <ac:spMkLst>
            <pc:docMk/>
            <pc:sldMk cId="2927278839" sldId="266"/>
            <ac:spMk id="2" creationId="{A143412F-1F90-B0CF-61E7-931F6103153A}"/>
          </ac:spMkLst>
        </pc:spChg>
        <pc:spChg chg="mod">
          <ac:chgData name="Thomas E. Allen" userId="fac1e450-38fb-4bf3-b565-8fec8795d0e7" providerId="ADAL" clId="{7E3A5CB4-CCF8-5D69-894C-14E127D6541A}" dt="2025-11-05T14:30:27.549" v="55" actId="27636"/>
          <ac:spMkLst>
            <pc:docMk/>
            <pc:sldMk cId="2927278839" sldId="266"/>
            <ac:spMk id="3" creationId="{4E1F6550-1D4A-604B-3E22-349CC90F82AB}"/>
          </ac:spMkLst>
        </pc:spChg>
      </pc:sldChg>
      <pc:sldChg chg="del">
        <pc:chgData name="Thomas E. Allen" userId="fac1e450-38fb-4bf3-b565-8fec8795d0e7" providerId="ADAL" clId="{7E3A5CB4-CCF8-5D69-894C-14E127D6541A}" dt="2025-11-05T16:26:40.195" v="1437" actId="2696"/>
        <pc:sldMkLst>
          <pc:docMk/>
          <pc:sldMk cId="2343409143" sldId="269"/>
        </pc:sldMkLst>
      </pc:sldChg>
      <pc:sldChg chg="mod modShow">
        <pc:chgData name="Thomas E. Allen" userId="fac1e450-38fb-4bf3-b565-8fec8795d0e7" providerId="ADAL" clId="{7E3A5CB4-CCF8-5D69-894C-14E127D6541A}" dt="2025-11-05T16:38:45.233" v="1899" actId="729"/>
        <pc:sldMkLst>
          <pc:docMk/>
          <pc:sldMk cId="4111460506" sldId="273"/>
        </pc:sldMkLst>
      </pc:sldChg>
      <pc:sldChg chg="modSp mod">
        <pc:chgData name="Thomas E. Allen" userId="fac1e450-38fb-4bf3-b565-8fec8795d0e7" providerId="ADAL" clId="{7E3A5CB4-CCF8-5D69-894C-14E127D6541A}" dt="2025-11-05T14:24:31.091" v="13" actId="403"/>
        <pc:sldMkLst>
          <pc:docMk/>
          <pc:sldMk cId="1707340848" sldId="275"/>
        </pc:sldMkLst>
        <pc:spChg chg="mod">
          <ac:chgData name="Thomas E. Allen" userId="fac1e450-38fb-4bf3-b565-8fec8795d0e7" providerId="ADAL" clId="{7E3A5CB4-CCF8-5D69-894C-14E127D6541A}" dt="2025-11-05T14:24:31.091" v="13" actId="403"/>
          <ac:spMkLst>
            <pc:docMk/>
            <pc:sldMk cId="1707340848" sldId="275"/>
            <ac:spMk id="3" creationId="{8184C045-8EF4-D5C7-80D0-67C72651C580}"/>
          </ac:spMkLst>
        </pc:spChg>
      </pc:sldChg>
      <pc:sldChg chg="modSp mod">
        <pc:chgData name="Thomas E. Allen" userId="fac1e450-38fb-4bf3-b565-8fec8795d0e7" providerId="ADAL" clId="{7E3A5CB4-CCF8-5D69-894C-14E127D6541A}" dt="2025-11-05T14:24:16.878" v="10" actId="27636"/>
        <pc:sldMkLst>
          <pc:docMk/>
          <pc:sldMk cId="3282505779" sldId="276"/>
        </pc:sldMkLst>
        <pc:spChg chg="mod">
          <ac:chgData name="Thomas E. Allen" userId="fac1e450-38fb-4bf3-b565-8fec8795d0e7" providerId="ADAL" clId="{7E3A5CB4-CCF8-5D69-894C-14E127D6541A}" dt="2025-11-05T14:24:16.878" v="10" actId="27636"/>
          <ac:spMkLst>
            <pc:docMk/>
            <pc:sldMk cId="3282505779" sldId="276"/>
            <ac:spMk id="3" creationId="{738EBEB2-C774-6CBF-69CB-2F4B86E42401}"/>
          </ac:spMkLst>
        </pc:spChg>
      </pc:sldChg>
      <pc:sldChg chg="modSp add mod">
        <pc:chgData name="Thomas E. Allen" userId="fac1e450-38fb-4bf3-b565-8fec8795d0e7" providerId="ADAL" clId="{7E3A5CB4-CCF8-5D69-894C-14E127D6541A}" dt="2025-11-05T14:25:44.482" v="32" actId="14100"/>
        <pc:sldMkLst>
          <pc:docMk/>
          <pc:sldMk cId="1458584243" sldId="277"/>
        </pc:sldMkLst>
        <pc:spChg chg="mod">
          <ac:chgData name="Thomas E. Allen" userId="fac1e450-38fb-4bf3-b565-8fec8795d0e7" providerId="ADAL" clId="{7E3A5CB4-CCF8-5D69-894C-14E127D6541A}" dt="2025-11-05T14:25:44.482" v="32" actId="14100"/>
          <ac:spMkLst>
            <pc:docMk/>
            <pc:sldMk cId="1458584243" sldId="277"/>
            <ac:spMk id="3" creationId="{50BC4969-71DF-D917-84B4-1CD0C47BCB1B}"/>
          </ac:spMkLst>
        </pc:spChg>
      </pc:sldChg>
      <pc:sldChg chg="modSp new mod modShow modNotesTx">
        <pc:chgData name="Thomas E. Allen" userId="fac1e450-38fb-4bf3-b565-8fec8795d0e7" providerId="ADAL" clId="{7E3A5CB4-CCF8-5D69-894C-14E127D6541A}" dt="2025-11-05T16:39:04.812" v="1901" actId="729"/>
        <pc:sldMkLst>
          <pc:docMk/>
          <pc:sldMk cId="965657925" sldId="278"/>
        </pc:sldMkLst>
        <pc:spChg chg="mod">
          <ac:chgData name="Thomas E. Allen" userId="fac1e450-38fb-4bf3-b565-8fec8795d0e7" providerId="ADAL" clId="{7E3A5CB4-CCF8-5D69-894C-14E127D6541A}" dt="2025-11-05T16:38:58.787" v="1900" actId="20577"/>
          <ac:spMkLst>
            <pc:docMk/>
            <pc:sldMk cId="965657925" sldId="278"/>
            <ac:spMk id="2" creationId="{19BBB598-AEBC-83AB-E405-BB95430A32D1}"/>
          </ac:spMkLst>
        </pc:spChg>
        <pc:spChg chg="mod">
          <ac:chgData name="Thomas E. Allen" userId="fac1e450-38fb-4bf3-b565-8fec8795d0e7" providerId="ADAL" clId="{7E3A5CB4-CCF8-5D69-894C-14E127D6541A}" dt="2025-11-05T14:33:41.454" v="99" actId="113"/>
          <ac:spMkLst>
            <pc:docMk/>
            <pc:sldMk cId="965657925" sldId="278"/>
            <ac:spMk id="3" creationId="{FF7182C3-4377-E302-B1B7-22C47E812640}"/>
          </ac:spMkLst>
        </pc:spChg>
      </pc:sldChg>
      <pc:sldChg chg="addSp modSp add mod ord">
        <pc:chgData name="Thomas E. Allen" userId="fac1e450-38fb-4bf3-b565-8fec8795d0e7" providerId="ADAL" clId="{7E3A5CB4-CCF8-5D69-894C-14E127D6541A}" dt="2025-11-05T14:36:19.742" v="108"/>
        <pc:sldMkLst>
          <pc:docMk/>
          <pc:sldMk cId="3385851607" sldId="279"/>
        </pc:sldMkLst>
        <pc:spChg chg="add mod">
          <ac:chgData name="Thomas E. Allen" userId="fac1e450-38fb-4bf3-b565-8fec8795d0e7" providerId="ADAL" clId="{7E3A5CB4-CCF8-5D69-894C-14E127D6541A}" dt="2025-11-05T14:36:19.742" v="108"/>
          <ac:spMkLst>
            <pc:docMk/>
            <pc:sldMk cId="3385851607" sldId="279"/>
            <ac:spMk id="2" creationId="{E3347FD9-30E6-5759-2EE3-816A7047D8CE}"/>
          </ac:spMkLst>
        </pc:spChg>
        <pc:spChg chg="mod">
          <ac:chgData name="Thomas E. Allen" userId="fac1e450-38fb-4bf3-b565-8fec8795d0e7" providerId="ADAL" clId="{7E3A5CB4-CCF8-5D69-894C-14E127D6541A}" dt="2025-11-05T14:36:16.258" v="106" actId="14100"/>
          <ac:spMkLst>
            <pc:docMk/>
            <pc:sldMk cId="3385851607" sldId="279"/>
            <ac:spMk id="3" creationId="{5D5F527A-F0A8-DE61-A5AE-87A9245914EC}"/>
          </ac:spMkLst>
        </pc:spChg>
      </pc:sldChg>
      <pc:sldChg chg="modSp add mod">
        <pc:chgData name="Thomas E. Allen" userId="fac1e450-38fb-4bf3-b565-8fec8795d0e7" providerId="ADAL" clId="{7E3A5CB4-CCF8-5D69-894C-14E127D6541A}" dt="2025-11-05T14:36:33.753" v="116" actId="27636"/>
        <pc:sldMkLst>
          <pc:docMk/>
          <pc:sldMk cId="3707683639" sldId="280"/>
        </pc:sldMkLst>
        <pc:spChg chg="mod">
          <ac:chgData name="Thomas E. Allen" userId="fac1e450-38fb-4bf3-b565-8fec8795d0e7" providerId="ADAL" clId="{7E3A5CB4-CCF8-5D69-894C-14E127D6541A}" dt="2025-11-05T14:36:33.753" v="116" actId="27636"/>
          <ac:spMkLst>
            <pc:docMk/>
            <pc:sldMk cId="3707683639" sldId="280"/>
            <ac:spMk id="3" creationId="{546F8919-2271-6B66-71C7-CEB1D3FF6F4A}"/>
          </ac:spMkLst>
        </pc:spChg>
      </pc:sldChg>
      <pc:sldChg chg="modSp add mod">
        <pc:chgData name="Thomas E. Allen" userId="fac1e450-38fb-4bf3-b565-8fec8795d0e7" providerId="ADAL" clId="{7E3A5CB4-CCF8-5D69-894C-14E127D6541A}" dt="2025-11-05T14:36:57.206" v="120" actId="27636"/>
        <pc:sldMkLst>
          <pc:docMk/>
          <pc:sldMk cId="3874603345" sldId="281"/>
        </pc:sldMkLst>
        <pc:spChg chg="mod">
          <ac:chgData name="Thomas E. Allen" userId="fac1e450-38fb-4bf3-b565-8fec8795d0e7" providerId="ADAL" clId="{7E3A5CB4-CCF8-5D69-894C-14E127D6541A}" dt="2025-11-05T14:36:57.206" v="120" actId="27636"/>
          <ac:spMkLst>
            <pc:docMk/>
            <pc:sldMk cId="3874603345" sldId="281"/>
            <ac:spMk id="3" creationId="{31ED5955-456D-DD63-3D49-E5E9F6951810}"/>
          </ac:spMkLst>
        </pc:spChg>
      </pc:sldChg>
      <pc:sldChg chg="modSp new mod modShow">
        <pc:chgData name="Thomas E. Allen" userId="fac1e450-38fb-4bf3-b565-8fec8795d0e7" providerId="ADAL" clId="{7E3A5CB4-CCF8-5D69-894C-14E127D6541A}" dt="2025-11-05T16:39:17.865" v="1902" actId="729"/>
        <pc:sldMkLst>
          <pc:docMk/>
          <pc:sldMk cId="3395415259" sldId="282"/>
        </pc:sldMkLst>
        <pc:spChg chg="mod">
          <ac:chgData name="Thomas E. Allen" userId="fac1e450-38fb-4bf3-b565-8fec8795d0e7" providerId="ADAL" clId="{7E3A5CB4-CCF8-5D69-894C-14E127D6541A}" dt="2025-11-05T15:12:54.888" v="1390" actId="20577"/>
          <ac:spMkLst>
            <pc:docMk/>
            <pc:sldMk cId="3395415259" sldId="282"/>
            <ac:spMk id="2" creationId="{179AE4CF-5A13-3E41-3A97-8ACA220E4E1A}"/>
          </ac:spMkLst>
        </pc:spChg>
        <pc:spChg chg="mod">
          <ac:chgData name="Thomas E. Allen" userId="fac1e450-38fb-4bf3-b565-8fec8795d0e7" providerId="ADAL" clId="{7E3A5CB4-CCF8-5D69-894C-14E127D6541A}" dt="2025-11-05T14:38:34.372" v="181" actId="113"/>
          <ac:spMkLst>
            <pc:docMk/>
            <pc:sldMk cId="3395415259" sldId="282"/>
            <ac:spMk id="3" creationId="{442AD4D2-1EB5-1DB0-FE04-FAD08622623F}"/>
          </ac:spMkLst>
        </pc:spChg>
      </pc:sldChg>
      <pc:sldChg chg="modSp new mod">
        <pc:chgData name="Thomas E. Allen" userId="fac1e450-38fb-4bf3-b565-8fec8795d0e7" providerId="ADAL" clId="{7E3A5CB4-CCF8-5D69-894C-14E127D6541A}" dt="2025-11-05T15:00:55.299" v="992" actId="20577"/>
        <pc:sldMkLst>
          <pc:docMk/>
          <pc:sldMk cId="343231163" sldId="283"/>
        </pc:sldMkLst>
        <pc:spChg chg="mod">
          <ac:chgData name="Thomas E. Allen" userId="fac1e450-38fb-4bf3-b565-8fec8795d0e7" providerId="ADAL" clId="{7E3A5CB4-CCF8-5D69-894C-14E127D6541A}" dt="2025-11-05T15:00:55.299" v="992" actId="20577"/>
          <ac:spMkLst>
            <pc:docMk/>
            <pc:sldMk cId="343231163" sldId="283"/>
            <ac:spMk id="2" creationId="{54CF6778-5673-84E7-0BD0-6EEF9AD1BF5B}"/>
          </ac:spMkLst>
        </pc:spChg>
      </pc:sldChg>
      <pc:sldChg chg="modSp new del">
        <pc:chgData name="Thomas E. Allen" userId="fac1e450-38fb-4bf3-b565-8fec8795d0e7" providerId="ADAL" clId="{7E3A5CB4-CCF8-5D69-894C-14E127D6541A}" dt="2025-11-05T15:03:10.387" v="1031" actId="2696"/>
        <pc:sldMkLst>
          <pc:docMk/>
          <pc:sldMk cId="2792923758" sldId="284"/>
        </pc:sldMkLst>
        <pc:spChg chg="mod">
          <ac:chgData name="Thomas E. Allen" userId="fac1e450-38fb-4bf3-b565-8fec8795d0e7" providerId="ADAL" clId="{7E3A5CB4-CCF8-5D69-894C-14E127D6541A}" dt="2025-11-05T14:40:20.366" v="214"/>
          <ac:spMkLst>
            <pc:docMk/>
            <pc:sldMk cId="2792923758" sldId="284"/>
            <ac:spMk id="2" creationId="{94AEBCD7-7EE8-0B14-4E4D-14C527F683D6}"/>
          </ac:spMkLst>
        </pc:spChg>
        <pc:spChg chg="mod">
          <ac:chgData name="Thomas E. Allen" userId="fac1e450-38fb-4bf3-b565-8fec8795d0e7" providerId="ADAL" clId="{7E3A5CB4-CCF8-5D69-894C-14E127D6541A}" dt="2025-11-05T14:40:27.932" v="215"/>
          <ac:spMkLst>
            <pc:docMk/>
            <pc:sldMk cId="2792923758" sldId="284"/>
            <ac:spMk id="3" creationId="{588A8B8F-0E31-A383-191F-BE213592107F}"/>
          </ac:spMkLst>
        </pc:spChg>
      </pc:sldChg>
      <pc:sldChg chg="modSp new del">
        <pc:chgData name="Thomas E. Allen" userId="fac1e450-38fb-4bf3-b565-8fec8795d0e7" providerId="ADAL" clId="{7E3A5CB4-CCF8-5D69-894C-14E127D6541A}" dt="2025-11-05T15:03:11.862" v="1032" actId="2696"/>
        <pc:sldMkLst>
          <pc:docMk/>
          <pc:sldMk cId="3646891523" sldId="285"/>
        </pc:sldMkLst>
        <pc:spChg chg="mod">
          <ac:chgData name="Thomas E. Allen" userId="fac1e450-38fb-4bf3-b565-8fec8795d0e7" providerId="ADAL" clId="{7E3A5CB4-CCF8-5D69-894C-14E127D6541A}" dt="2025-11-05T14:40:36.800" v="217"/>
          <ac:spMkLst>
            <pc:docMk/>
            <pc:sldMk cId="3646891523" sldId="285"/>
            <ac:spMk id="2" creationId="{18D1A51A-74BD-FEEC-6C25-A81D015EF8DC}"/>
          </ac:spMkLst>
        </pc:spChg>
        <pc:spChg chg="mod">
          <ac:chgData name="Thomas E. Allen" userId="fac1e450-38fb-4bf3-b565-8fec8795d0e7" providerId="ADAL" clId="{7E3A5CB4-CCF8-5D69-894C-14E127D6541A}" dt="2025-11-05T14:40:43.411" v="218"/>
          <ac:spMkLst>
            <pc:docMk/>
            <pc:sldMk cId="3646891523" sldId="285"/>
            <ac:spMk id="3" creationId="{263FDCA0-2444-60FF-CBBF-298DC13ADA62}"/>
          </ac:spMkLst>
        </pc:spChg>
      </pc:sldChg>
      <pc:sldChg chg="modSp new mod modAnim">
        <pc:chgData name="Thomas E. Allen" userId="fac1e450-38fb-4bf3-b565-8fec8795d0e7" providerId="ADAL" clId="{7E3A5CB4-CCF8-5D69-894C-14E127D6541A}" dt="2025-11-05T16:30:56.827" v="1794" actId="20577"/>
        <pc:sldMkLst>
          <pc:docMk/>
          <pc:sldMk cId="613867705" sldId="286"/>
        </pc:sldMkLst>
        <pc:spChg chg="mod">
          <ac:chgData name="Thomas E. Allen" userId="fac1e450-38fb-4bf3-b565-8fec8795d0e7" providerId="ADAL" clId="{7E3A5CB4-CCF8-5D69-894C-14E127D6541A}" dt="2025-11-05T16:30:56.827" v="1794" actId="20577"/>
          <ac:spMkLst>
            <pc:docMk/>
            <pc:sldMk cId="613867705" sldId="286"/>
            <ac:spMk id="2" creationId="{2169EDA0-71C2-18CC-2A8A-465DFE05D080}"/>
          </ac:spMkLst>
        </pc:spChg>
        <pc:spChg chg="mod">
          <ac:chgData name="Thomas E. Allen" userId="fac1e450-38fb-4bf3-b565-8fec8795d0e7" providerId="ADAL" clId="{7E3A5CB4-CCF8-5D69-894C-14E127D6541A}" dt="2025-11-05T14:41:12.753" v="260"/>
          <ac:spMkLst>
            <pc:docMk/>
            <pc:sldMk cId="613867705" sldId="286"/>
            <ac:spMk id="3" creationId="{A33253BA-31BC-5A3E-F813-05AACB31597B}"/>
          </ac:spMkLst>
        </pc:spChg>
      </pc:sldChg>
      <pc:sldChg chg="modSp new mod">
        <pc:chgData name="Thomas E. Allen" userId="fac1e450-38fb-4bf3-b565-8fec8795d0e7" providerId="ADAL" clId="{7E3A5CB4-CCF8-5D69-894C-14E127D6541A}" dt="2025-11-05T14:43:14.516" v="359" actId="20577"/>
        <pc:sldMkLst>
          <pc:docMk/>
          <pc:sldMk cId="2571778182" sldId="287"/>
        </pc:sldMkLst>
        <pc:spChg chg="mod">
          <ac:chgData name="Thomas E. Allen" userId="fac1e450-38fb-4bf3-b565-8fec8795d0e7" providerId="ADAL" clId="{7E3A5CB4-CCF8-5D69-894C-14E127D6541A}" dt="2025-11-05T14:43:14.516" v="359" actId="20577"/>
          <ac:spMkLst>
            <pc:docMk/>
            <pc:sldMk cId="2571778182" sldId="287"/>
            <ac:spMk id="2" creationId="{54F9432B-9A1C-5E8F-D278-F7489ED77599}"/>
          </ac:spMkLst>
        </pc:spChg>
        <pc:spChg chg="mod">
          <ac:chgData name="Thomas E. Allen" userId="fac1e450-38fb-4bf3-b565-8fec8795d0e7" providerId="ADAL" clId="{7E3A5CB4-CCF8-5D69-894C-14E127D6541A}" dt="2025-11-05T14:42:22.406" v="326" actId="20577"/>
          <ac:spMkLst>
            <pc:docMk/>
            <pc:sldMk cId="2571778182" sldId="287"/>
            <ac:spMk id="3" creationId="{8C38A5A5-459C-C164-7FEF-8CB446052A3F}"/>
          </ac:spMkLst>
        </pc:spChg>
      </pc:sldChg>
      <pc:sldChg chg="modSp new mod">
        <pc:chgData name="Thomas E. Allen" userId="fac1e450-38fb-4bf3-b565-8fec8795d0e7" providerId="ADAL" clId="{7E3A5CB4-CCF8-5D69-894C-14E127D6541A}" dt="2025-11-05T15:06:56.823" v="1287" actId="20577"/>
        <pc:sldMkLst>
          <pc:docMk/>
          <pc:sldMk cId="2669174307" sldId="288"/>
        </pc:sldMkLst>
        <pc:spChg chg="mod">
          <ac:chgData name="Thomas E. Allen" userId="fac1e450-38fb-4bf3-b565-8fec8795d0e7" providerId="ADAL" clId="{7E3A5CB4-CCF8-5D69-894C-14E127D6541A}" dt="2025-11-05T15:06:56.823" v="1287" actId="20577"/>
          <ac:spMkLst>
            <pc:docMk/>
            <pc:sldMk cId="2669174307" sldId="288"/>
            <ac:spMk id="2" creationId="{76EA318D-20F3-694B-B3E3-A043A8DC675A}"/>
          </ac:spMkLst>
        </pc:spChg>
        <pc:spChg chg="mod">
          <ac:chgData name="Thomas E. Allen" userId="fac1e450-38fb-4bf3-b565-8fec8795d0e7" providerId="ADAL" clId="{7E3A5CB4-CCF8-5D69-894C-14E127D6541A}" dt="2025-11-05T15:06:54.189" v="1286" actId="122"/>
          <ac:spMkLst>
            <pc:docMk/>
            <pc:sldMk cId="2669174307" sldId="288"/>
            <ac:spMk id="3" creationId="{DA9F4C22-45DA-D23F-CFF2-EB2AAAE02ABA}"/>
          </ac:spMkLst>
        </pc:spChg>
      </pc:sldChg>
      <pc:sldChg chg="modSp new del">
        <pc:chgData name="Thomas E. Allen" userId="fac1e450-38fb-4bf3-b565-8fec8795d0e7" providerId="ADAL" clId="{7E3A5CB4-CCF8-5D69-894C-14E127D6541A}" dt="2025-11-05T15:07:01.619" v="1288" actId="2696"/>
        <pc:sldMkLst>
          <pc:docMk/>
          <pc:sldMk cId="2337609472" sldId="289"/>
        </pc:sldMkLst>
        <pc:spChg chg="mod">
          <ac:chgData name="Thomas E. Allen" userId="fac1e450-38fb-4bf3-b565-8fec8795d0e7" providerId="ADAL" clId="{7E3A5CB4-CCF8-5D69-894C-14E127D6541A}" dt="2025-11-05T14:42:49.788" v="331"/>
          <ac:spMkLst>
            <pc:docMk/>
            <pc:sldMk cId="2337609472" sldId="289"/>
            <ac:spMk id="2" creationId="{E540C6FE-D232-5B7A-7A67-ACACD9A24248}"/>
          </ac:spMkLst>
        </pc:spChg>
        <pc:spChg chg="mod">
          <ac:chgData name="Thomas E. Allen" userId="fac1e450-38fb-4bf3-b565-8fec8795d0e7" providerId="ADAL" clId="{7E3A5CB4-CCF8-5D69-894C-14E127D6541A}" dt="2025-11-05T14:42:55.515" v="332"/>
          <ac:spMkLst>
            <pc:docMk/>
            <pc:sldMk cId="2337609472" sldId="289"/>
            <ac:spMk id="3" creationId="{DAD02F7F-B7F9-5BB5-735A-ABC591CF5C15}"/>
          </ac:spMkLst>
        </pc:spChg>
      </pc:sldChg>
      <pc:sldChg chg="modSp new del mod">
        <pc:chgData name="Thomas E. Allen" userId="fac1e450-38fb-4bf3-b565-8fec8795d0e7" providerId="ADAL" clId="{7E3A5CB4-CCF8-5D69-894C-14E127D6541A}" dt="2025-11-05T16:22:25.457" v="1406" actId="2696"/>
        <pc:sldMkLst>
          <pc:docMk/>
          <pc:sldMk cId="763728712" sldId="290"/>
        </pc:sldMkLst>
        <pc:spChg chg="mod">
          <ac:chgData name="Thomas E. Allen" userId="fac1e450-38fb-4bf3-b565-8fec8795d0e7" providerId="ADAL" clId="{7E3A5CB4-CCF8-5D69-894C-14E127D6541A}" dt="2025-11-05T14:43:39.558" v="376" actId="20577"/>
          <ac:spMkLst>
            <pc:docMk/>
            <pc:sldMk cId="763728712" sldId="290"/>
            <ac:spMk id="2" creationId="{DF490737-16A8-F12B-0A93-3DBF12C320EE}"/>
          </ac:spMkLst>
        </pc:spChg>
        <pc:spChg chg="mod">
          <ac:chgData name="Thomas E. Allen" userId="fac1e450-38fb-4bf3-b565-8fec8795d0e7" providerId="ADAL" clId="{7E3A5CB4-CCF8-5D69-894C-14E127D6541A}" dt="2025-11-05T14:43:50.099" v="383" actId="20577"/>
          <ac:spMkLst>
            <pc:docMk/>
            <pc:sldMk cId="763728712" sldId="290"/>
            <ac:spMk id="3" creationId="{93372945-6F36-EA97-6337-8093E2A3B109}"/>
          </ac:spMkLst>
        </pc:spChg>
      </pc:sldChg>
      <pc:sldChg chg="modSp add mod">
        <pc:chgData name="Thomas E. Allen" userId="fac1e450-38fb-4bf3-b565-8fec8795d0e7" providerId="ADAL" clId="{7E3A5CB4-CCF8-5D69-894C-14E127D6541A}" dt="2025-11-05T14:44:29.179" v="437" actId="20577"/>
        <pc:sldMkLst>
          <pc:docMk/>
          <pc:sldMk cId="2991206599" sldId="291"/>
        </pc:sldMkLst>
        <pc:spChg chg="mod">
          <ac:chgData name="Thomas E. Allen" userId="fac1e450-38fb-4bf3-b565-8fec8795d0e7" providerId="ADAL" clId="{7E3A5CB4-CCF8-5D69-894C-14E127D6541A}" dt="2025-11-05T14:44:15.555" v="409" actId="20577"/>
          <ac:spMkLst>
            <pc:docMk/>
            <pc:sldMk cId="2991206599" sldId="291"/>
            <ac:spMk id="2" creationId="{D0CD2AB3-C1AB-3210-FF48-4B85CB02174E}"/>
          </ac:spMkLst>
        </pc:spChg>
        <pc:spChg chg="mod">
          <ac:chgData name="Thomas E. Allen" userId="fac1e450-38fb-4bf3-b565-8fec8795d0e7" providerId="ADAL" clId="{7E3A5CB4-CCF8-5D69-894C-14E127D6541A}" dt="2025-11-05T14:44:29.179" v="437" actId="20577"/>
          <ac:spMkLst>
            <pc:docMk/>
            <pc:sldMk cId="2991206599" sldId="291"/>
            <ac:spMk id="3" creationId="{B2F2825F-3518-EC58-2BAF-95DEE4843DF1}"/>
          </ac:spMkLst>
        </pc:spChg>
      </pc:sldChg>
      <pc:sldChg chg="modSp new mod">
        <pc:chgData name="Thomas E. Allen" userId="fac1e450-38fb-4bf3-b565-8fec8795d0e7" providerId="ADAL" clId="{7E3A5CB4-CCF8-5D69-894C-14E127D6541A}" dt="2025-11-05T16:40:32.793" v="1944" actId="20577"/>
        <pc:sldMkLst>
          <pc:docMk/>
          <pc:sldMk cId="4022339958" sldId="292"/>
        </pc:sldMkLst>
        <pc:spChg chg="mod">
          <ac:chgData name="Thomas E. Allen" userId="fac1e450-38fb-4bf3-b565-8fec8795d0e7" providerId="ADAL" clId="{7E3A5CB4-CCF8-5D69-894C-14E127D6541A}" dt="2025-11-05T14:50:27.068" v="808" actId="20577"/>
          <ac:spMkLst>
            <pc:docMk/>
            <pc:sldMk cId="4022339958" sldId="292"/>
            <ac:spMk id="2" creationId="{5AD14E2C-3E92-D20E-EC7D-979A5395D73F}"/>
          </ac:spMkLst>
        </pc:spChg>
        <pc:spChg chg="mod">
          <ac:chgData name="Thomas E. Allen" userId="fac1e450-38fb-4bf3-b565-8fec8795d0e7" providerId="ADAL" clId="{7E3A5CB4-CCF8-5D69-894C-14E127D6541A}" dt="2025-11-05T16:40:32.793" v="1944" actId="20577"/>
          <ac:spMkLst>
            <pc:docMk/>
            <pc:sldMk cId="4022339958" sldId="292"/>
            <ac:spMk id="3" creationId="{645FB02B-E83B-08BD-8CDE-7DDF0A44797F}"/>
          </ac:spMkLst>
        </pc:spChg>
      </pc:sldChg>
      <pc:sldChg chg="modSp new mod">
        <pc:chgData name="Thomas E. Allen" userId="fac1e450-38fb-4bf3-b565-8fec8795d0e7" providerId="ADAL" clId="{7E3A5CB4-CCF8-5D69-894C-14E127D6541A}" dt="2025-11-05T16:32:00.574" v="1869" actId="20577"/>
        <pc:sldMkLst>
          <pc:docMk/>
          <pc:sldMk cId="1589941619" sldId="293"/>
        </pc:sldMkLst>
        <pc:spChg chg="mod">
          <ac:chgData name="Thomas E. Allen" userId="fac1e450-38fb-4bf3-b565-8fec8795d0e7" providerId="ADAL" clId="{7E3A5CB4-CCF8-5D69-894C-14E127D6541A}" dt="2025-11-05T16:32:00.574" v="1869" actId="20577"/>
          <ac:spMkLst>
            <pc:docMk/>
            <pc:sldMk cId="1589941619" sldId="293"/>
            <ac:spMk id="2" creationId="{592FA9A9-0309-D4A8-7036-68BCF5F86557}"/>
          </ac:spMkLst>
        </pc:spChg>
        <pc:spChg chg="mod">
          <ac:chgData name="Thomas E. Allen" userId="fac1e450-38fb-4bf3-b565-8fec8795d0e7" providerId="ADAL" clId="{7E3A5CB4-CCF8-5D69-894C-14E127D6541A}" dt="2025-11-05T14:49:19.447" v="748" actId="20577"/>
          <ac:spMkLst>
            <pc:docMk/>
            <pc:sldMk cId="1589941619" sldId="293"/>
            <ac:spMk id="3" creationId="{126D6D5D-D21B-4EFD-36F4-27560BA50081}"/>
          </ac:spMkLst>
        </pc:spChg>
      </pc:sldChg>
      <pc:sldChg chg="modSp new mod">
        <pc:chgData name="Thomas E. Allen" userId="fac1e450-38fb-4bf3-b565-8fec8795d0e7" providerId="ADAL" clId="{7E3A5CB4-CCF8-5D69-894C-14E127D6541A}" dt="2025-11-05T14:50:10.891" v="789" actId="20577"/>
        <pc:sldMkLst>
          <pc:docMk/>
          <pc:sldMk cId="3971983356" sldId="294"/>
        </pc:sldMkLst>
        <pc:spChg chg="mod">
          <ac:chgData name="Thomas E. Allen" userId="fac1e450-38fb-4bf3-b565-8fec8795d0e7" providerId="ADAL" clId="{7E3A5CB4-CCF8-5D69-894C-14E127D6541A}" dt="2025-11-05T14:50:10.891" v="789" actId="20577"/>
          <ac:spMkLst>
            <pc:docMk/>
            <pc:sldMk cId="3971983356" sldId="294"/>
            <ac:spMk id="2" creationId="{8CC71793-D9DA-1818-8F02-A09E5D92844E}"/>
          </ac:spMkLst>
        </pc:spChg>
      </pc:sldChg>
      <pc:sldChg chg="modSp new modAnim">
        <pc:chgData name="Thomas E. Allen" userId="fac1e450-38fb-4bf3-b565-8fec8795d0e7" providerId="ADAL" clId="{7E3A5CB4-CCF8-5D69-894C-14E127D6541A}" dt="2025-11-05T14:57:40.042" v="827" actId="20577"/>
        <pc:sldMkLst>
          <pc:docMk/>
          <pc:sldMk cId="654542213" sldId="295"/>
        </pc:sldMkLst>
        <pc:spChg chg="mod">
          <ac:chgData name="Thomas E. Allen" userId="fac1e450-38fb-4bf3-b565-8fec8795d0e7" providerId="ADAL" clId="{7E3A5CB4-CCF8-5D69-894C-14E127D6541A}" dt="2025-11-05T14:56:37.250" v="810"/>
          <ac:spMkLst>
            <pc:docMk/>
            <pc:sldMk cId="654542213" sldId="295"/>
            <ac:spMk id="2" creationId="{16D35035-3211-E1A9-ED52-46349B165ADB}"/>
          </ac:spMkLst>
        </pc:spChg>
        <pc:spChg chg="mod">
          <ac:chgData name="Thomas E. Allen" userId="fac1e450-38fb-4bf3-b565-8fec8795d0e7" providerId="ADAL" clId="{7E3A5CB4-CCF8-5D69-894C-14E127D6541A}" dt="2025-11-05T14:57:40.042" v="827" actId="20577"/>
          <ac:spMkLst>
            <pc:docMk/>
            <pc:sldMk cId="654542213" sldId="295"/>
            <ac:spMk id="3" creationId="{E9EFB450-959D-AF9C-E0D9-D587239BCEE3}"/>
          </ac:spMkLst>
        </pc:spChg>
      </pc:sldChg>
      <pc:sldChg chg="modSp new mod">
        <pc:chgData name="Thomas E. Allen" userId="fac1e450-38fb-4bf3-b565-8fec8795d0e7" providerId="ADAL" clId="{7E3A5CB4-CCF8-5D69-894C-14E127D6541A}" dt="2025-11-05T16:24:45.922" v="1429" actId="113"/>
        <pc:sldMkLst>
          <pc:docMk/>
          <pc:sldMk cId="920876332" sldId="296"/>
        </pc:sldMkLst>
        <pc:spChg chg="mod">
          <ac:chgData name="Thomas E. Allen" userId="fac1e450-38fb-4bf3-b565-8fec8795d0e7" providerId="ADAL" clId="{7E3A5CB4-CCF8-5D69-894C-14E127D6541A}" dt="2025-11-05T16:24:31.209" v="1425" actId="20577"/>
          <ac:spMkLst>
            <pc:docMk/>
            <pc:sldMk cId="920876332" sldId="296"/>
            <ac:spMk id="2" creationId="{F9D2BE5D-EDD4-62AD-5AC7-0F2CA6509CF4}"/>
          </ac:spMkLst>
        </pc:spChg>
        <pc:spChg chg="mod">
          <ac:chgData name="Thomas E. Allen" userId="fac1e450-38fb-4bf3-b565-8fec8795d0e7" providerId="ADAL" clId="{7E3A5CB4-CCF8-5D69-894C-14E127D6541A}" dt="2025-11-05T16:24:45.922" v="1429" actId="113"/>
          <ac:spMkLst>
            <pc:docMk/>
            <pc:sldMk cId="920876332" sldId="296"/>
            <ac:spMk id="3" creationId="{F9440D85-D83F-64A9-0969-BC94C5391ED9}"/>
          </ac:spMkLst>
        </pc:spChg>
      </pc:sldChg>
      <pc:sldChg chg="modSp new mod modAnim">
        <pc:chgData name="Thomas E. Allen" userId="fac1e450-38fb-4bf3-b565-8fec8795d0e7" providerId="ADAL" clId="{7E3A5CB4-CCF8-5D69-894C-14E127D6541A}" dt="2025-11-05T16:39:41.369" v="1918" actId="20577"/>
        <pc:sldMkLst>
          <pc:docMk/>
          <pc:sldMk cId="2778026151" sldId="297"/>
        </pc:sldMkLst>
        <pc:spChg chg="mod">
          <ac:chgData name="Thomas E. Allen" userId="fac1e450-38fb-4bf3-b565-8fec8795d0e7" providerId="ADAL" clId="{7E3A5CB4-CCF8-5D69-894C-14E127D6541A}" dt="2025-11-05T16:39:24.405" v="1903" actId="20577"/>
          <ac:spMkLst>
            <pc:docMk/>
            <pc:sldMk cId="2778026151" sldId="297"/>
            <ac:spMk id="2" creationId="{E7D2983C-F2D4-692B-73FD-676F1D540C26}"/>
          </ac:spMkLst>
        </pc:spChg>
        <pc:spChg chg="mod">
          <ac:chgData name="Thomas E. Allen" userId="fac1e450-38fb-4bf3-b565-8fec8795d0e7" providerId="ADAL" clId="{7E3A5CB4-CCF8-5D69-894C-14E127D6541A}" dt="2025-11-05T16:39:41.369" v="1918" actId="20577"/>
          <ac:spMkLst>
            <pc:docMk/>
            <pc:sldMk cId="2778026151" sldId="297"/>
            <ac:spMk id="3" creationId="{FF10E29B-E57C-7834-D192-5860EB8ED823}"/>
          </ac:spMkLst>
        </pc:spChg>
      </pc:sldChg>
      <pc:sldChg chg="modSp new mod modAnim">
        <pc:chgData name="Thomas E. Allen" userId="fac1e450-38fb-4bf3-b565-8fec8795d0e7" providerId="ADAL" clId="{7E3A5CB4-CCF8-5D69-894C-14E127D6541A}" dt="2025-11-05T16:40:03.916" v="1943" actId="113"/>
        <pc:sldMkLst>
          <pc:docMk/>
          <pc:sldMk cId="4032453029" sldId="298"/>
        </pc:sldMkLst>
        <pc:spChg chg="mod">
          <ac:chgData name="Thomas E. Allen" userId="fac1e450-38fb-4bf3-b565-8fec8795d0e7" providerId="ADAL" clId="{7E3A5CB4-CCF8-5D69-894C-14E127D6541A}" dt="2025-11-05T15:03:02.294" v="1029"/>
          <ac:spMkLst>
            <pc:docMk/>
            <pc:sldMk cId="4032453029" sldId="298"/>
            <ac:spMk id="2" creationId="{222677DA-43FF-3E86-B7B3-E46B831D3CEF}"/>
          </ac:spMkLst>
        </pc:spChg>
        <pc:spChg chg="mod">
          <ac:chgData name="Thomas E. Allen" userId="fac1e450-38fb-4bf3-b565-8fec8795d0e7" providerId="ADAL" clId="{7E3A5CB4-CCF8-5D69-894C-14E127D6541A}" dt="2025-11-05T16:40:03.916" v="1943" actId="113"/>
          <ac:spMkLst>
            <pc:docMk/>
            <pc:sldMk cId="4032453029" sldId="298"/>
            <ac:spMk id="3" creationId="{B579EADC-154C-1619-4A62-254B1ED3C050}"/>
          </ac:spMkLst>
        </pc:spChg>
      </pc:sldChg>
      <pc:sldChg chg="modSp add">
        <pc:chgData name="Thomas E. Allen" userId="fac1e450-38fb-4bf3-b565-8fec8795d0e7" providerId="ADAL" clId="{7E3A5CB4-CCF8-5D69-894C-14E127D6541A}" dt="2025-11-05T16:37:57.720" v="1898" actId="20577"/>
        <pc:sldMkLst>
          <pc:docMk/>
          <pc:sldMk cId="40759360" sldId="299"/>
        </pc:sldMkLst>
        <pc:spChg chg="mod">
          <ac:chgData name="Thomas E. Allen" userId="fac1e450-38fb-4bf3-b565-8fec8795d0e7" providerId="ADAL" clId="{7E3A5CB4-CCF8-5D69-894C-14E127D6541A}" dt="2025-11-05T16:37:57.720" v="1898" actId="20577"/>
          <ac:spMkLst>
            <pc:docMk/>
            <pc:sldMk cId="40759360" sldId="299"/>
            <ac:spMk id="3" creationId="{FA04E506-2072-E5B7-93D4-EA9651F8EE2E}"/>
          </ac:spMkLst>
        </pc:spChg>
      </pc:sldChg>
      <pc:sldChg chg="modSp new del mod modAnim">
        <pc:chgData name="Thomas E. Allen" userId="fac1e450-38fb-4bf3-b565-8fec8795d0e7" providerId="ADAL" clId="{7E3A5CB4-CCF8-5D69-894C-14E127D6541A}" dt="2025-11-05T16:23:26.698" v="1408" actId="2696"/>
        <pc:sldMkLst>
          <pc:docMk/>
          <pc:sldMk cId="2703614676" sldId="299"/>
        </pc:sldMkLst>
        <pc:spChg chg="mod">
          <ac:chgData name="Thomas E. Allen" userId="fac1e450-38fb-4bf3-b565-8fec8795d0e7" providerId="ADAL" clId="{7E3A5CB4-CCF8-5D69-894C-14E127D6541A}" dt="2025-11-05T15:04:17.549" v="1102"/>
          <ac:spMkLst>
            <pc:docMk/>
            <pc:sldMk cId="2703614676" sldId="299"/>
            <ac:spMk id="2" creationId="{205A4CF4-8465-440D-CC9D-10C8D15500A5}"/>
          </ac:spMkLst>
        </pc:spChg>
        <pc:spChg chg="mod">
          <ac:chgData name="Thomas E. Allen" userId="fac1e450-38fb-4bf3-b565-8fec8795d0e7" providerId="ADAL" clId="{7E3A5CB4-CCF8-5D69-894C-14E127D6541A}" dt="2025-11-05T15:05:27.306" v="1207" actId="20577"/>
          <ac:spMkLst>
            <pc:docMk/>
            <pc:sldMk cId="2703614676" sldId="299"/>
            <ac:spMk id="3" creationId="{FA04E506-2072-E5B7-93D4-EA9651F8EE2E}"/>
          </ac:spMkLst>
        </pc:spChg>
      </pc:sldChg>
      <pc:sldChg chg="modSp new del">
        <pc:chgData name="Thomas E. Allen" userId="fac1e450-38fb-4bf3-b565-8fec8795d0e7" providerId="ADAL" clId="{7E3A5CB4-CCF8-5D69-894C-14E127D6541A}" dt="2025-11-05T15:06:01.314" v="1211" actId="2696"/>
        <pc:sldMkLst>
          <pc:docMk/>
          <pc:sldMk cId="3646482844" sldId="300"/>
        </pc:sldMkLst>
        <pc:spChg chg="mod">
          <ac:chgData name="Thomas E. Allen" userId="fac1e450-38fb-4bf3-b565-8fec8795d0e7" providerId="ADAL" clId="{7E3A5CB4-CCF8-5D69-894C-14E127D6541A}" dt="2025-11-05T15:05:43.169" v="1209"/>
          <ac:spMkLst>
            <pc:docMk/>
            <pc:sldMk cId="3646482844" sldId="300"/>
            <ac:spMk id="2" creationId="{C0B74E42-FB56-BBB4-79D3-D20230ACD125}"/>
          </ac:spMkLst>
        </pc:spChg>
        <pc:spChg chg="mod">
          <ac:chgData name="Thomas E. Allen" userId="fac1e450-38fb-4bf3-b565-8fec8795d0e7" providerId="ADAL" clId="{7E3A5CB4-CCF8-5D69-894C-14E127D6541A}" dt="2025-11-05T15:05:49.788" v="1210"/>
          <ac:spMkLst>
            <pc:docMk/>
            <pc:sldMk cId="3646482844" sldId="300"/>
            <ac:spMk id="3" creationId="{4304D69B-D141-0FD0-7D21-00E316EF3868}"/>
          </ac:spMkLst>
        </pc:spChg>
      </pc:sldChg>
      <pc:sldChg chg="modSp new del mod">
        <pc:chgData name="Thomas E. Allen" userId="fac1e450-38fb-4bf3-b565-8fec8795d0e7" providerId="ADAL" clId="{7E3A5CB4-CCF8-5D69-894C-14E127D6541A}" dt="2025-11-05T16:22:29.602" v="1407" actId="2696"/>
        <pc:sldMkLst>
          <pc:docMk/>
          <pc:sldMk cId="3781287743" sldId="300"/>
        </pc:sldMkLst>
        <pc:spChg chg="mod">
          <ac:chgData name="Thomas E. Allen" userId="fac1e450-38fb-4bf3-b565-8fec8795d0e7" providerId="ADAL" clId="{7E3A5CB4-CCF8-5D69-894C-14E127D6541A}" dt="2025-11-05T15:08:18.277" v="1318" actId="20577"/>
          <ac:spMkLst>
            <pc:docMk/>
            <pc:sldMk cId="3781287743" sldId="300"/>
            <ac:spMk id="2" creationId="{5D8D270A-269F-E8E1-DA23-E45F9553E764}"/>
          </ac:spMkLst>
        </pc:spChg>
        <pc:spChg chg="mod">
          <ac:chgData name="Thomas E. Allen" userId="fac1e450-38fb-4bf3-b565-8fec8795d0e7" providerId="ADAL" clId="{7E3A5CB4-CCF8-5D69-894C-14E127D6541A}" dt="2025-11-05T15:08:53.277" v="1332" actId="20577"/>
          <ac:spMkLst>
            <pc:docMk/>
            <pc:sldMk cId="3781287743" sldId="300"/>
            <ac:spMk id="3" creationId="{2E1677FD-C611-F696-5A73-F7E00EF7164F}"/>
          </ac:spMkLst>
        </pc:spChg>
      </pc:sldChg>
      <pc:sldChg chg="modSp new mod">
        <pc:chgData name="Thomas E. Allen" userId="fac1e450-38fb-4bf3-b565-8fec8795d0e7" providerId="ADAL" clId="{7E3A5CB4-CCF8-5D69-894C-14E127D6541A}" dt="2025-11-05T15:09:18.069" v="1365" actId="12"/>
        <pc:sldMkLst>
          <pc:docMk/>
          <pc:sldMk cId="138712394" sldId="301"/>
        </pc:sldMkLst>
        <pc:spChg chg="mod">
          <ac:chgData name="Thomas E. Allen" userId="fac1e450-38fb-4bf3-b565-8fec8795d0e7" providerId="ADAL" clId="{7E3A5CB4-CCF8-5D69-894C-14E127D6541A}" dt="2025-11-05T15:09:04.014" v="1361" actId="20577"/>
          <ac:spMkLst>
            <pc:docMk/>
            <pc:sldMk cId="138712394" sldId="301"/>
            <ac:spMk id="2" creationId="{2377A04F-A8EB-75F2-5B1F-08527E9F3E80}"/>
          </ac:spMkLst>
        </pc:spChg>
        <pc:spChg chg="mod">
          <ac:chgData name="Thomas E. Allen" userId="fac1e450-38fb-4bf3-b565-8fec8795d0e7" providerId="ADAL" clId="{7E3A5CB4-CCF8-5D69-894C-14E127D6541A}" dt="2025-11-05T15:09:18.069" v="1365" actId="12"/>
          <ac:spMkLst>
            <pc:docMk/>
            <pc:sldMk cId="138712394" sldId="301"/>
            <ac:spMk id="3" creationId="{439B5510-F801-0F99-92A2-47EFAEDB0DE6}"/>
          </ac:spMkLst>
        </pc:spChg>
      </pc:sldChg>
      <pc:sldChg chg="delSp modSp new mod">
        <pc:chgData name="Thomas E. Allen" userId="fac1e450-38fb-4bf3-b565-8fec8795d0e7" providerId="ADAL" clId="{7E3A5CB4-CCF8-5D69-894C-14E127D6541A}" dt="2025-11-05T15:10:40.774" v="1384" actId="14100"/>
        <pc:sldMkLst>
          <pc:docMk/>
          <pc:sldMk cId="3922896718" sldId="302"/>
        </pc:sldMkLst>
        <pc:spChg chg="del">
          <ac:chgData name="Thomas E. Allen" userId="fac1e450-38fb-4bf3-b565-8fec8795d0e7" providerId="ADAL" clId="{7E3A5CB4-CCF8-5D69-894C-14E127D6541A}" dt="2025-11-05T15:10:03.688" v="1367" actId="478"/>
          <ac:spMkLst>
            <pc:docMk/>
            <pc:sldMk cId="3922896718" sldId="302"/>
            <ac:spMk id="2" creationId="{D5D659AC-8F81-585B-26E0-E55E0E466CEC}"/>
          </ac:spMkLst>
        </pc:spChg>
        <pc:spChg chg="mod">
          <ac:chgData name="Thomas E. Allen" userId="fac1e450-38fb-4bf3-b565-8fec8795d0e7" providerId="ADAL" clId="{7E3A5CB4-CCF8-5D69-894C-14E127D6541A}" dt="2025-11-05T15:10:40.774" v="1384" actId="14100"/>
          <ac:spMkLst>
            <pc:docMk/>
            <pc:sldMk cId="3922896718" sldId="302"/>
            <ac:spMk id="3" creationId="{B70839AD-C77D-5A0D-4D2F-79CC46BE05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C249C-381F-AF48-946A-74CFB59CE1F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3D52D-2445-CD4C-9219-36B252C8F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1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Inner joins exclude customers with zero orders by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you want everyone (including zero-order customers), switch the first join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 JOIN</a:t>
            </a:r>
            <a:r>
              <a:rPr lang="en-US" dirty="0"/>
              <a:t> and keep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COALESCE(SUM(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ol.price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0)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3D52D-2445-CD4C-9219-36B252C8FB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1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143F-2635-EA2A-BE20-D7AA3D7DF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23780-08B9-4DE8-6A10-E4864E96E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0300-8B51-02C5-43DF-10112EFF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B575-70AE-9ECA-5164-250FF4E5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991E5-BC96-7AD3-AC03-31B30D2E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6C98-151F-21D5-C5AB-314A548D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7BF7-76BB-1F7A-1F6C-F4180FA1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8CFC9-4A59-ED91-82D8-F636F676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B23E4-7035-07C0-267B-3670DF6E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C034-9C35-3C58-0313-48BE69F8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E93E-75A4-D3CC-9BEE-3387FD44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E4983-77FA-DA27-FBD8-6FE0BAE5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BFFF3-B37D-1EDD-4148-ED10961F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354F-C424-05F8-F160-346E0972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0B069-B02D-2949-B552-E7D643A1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D2E5-1068-2E01-693E-194D02DB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9C922-86C6-C5E3-1594-0607461CA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11CEE-49E7-2D47-0D94-1F4B40664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86703-0273-721C-4ACA-1DE29461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6D0FD-0132-9635-4AAE-4A84275A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241C5-E204-5C8B-3F35-83D7AE3C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4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7CE6-6C7C-C5C2-EA59-F4908B46D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452D4-3323-D8D5-626B-3EFBDDCE0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8E19B-C63C-9EDC-BB98-5DD7EB68E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F1B5C-D55E-2A6F-2FE3-E243A73BE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00AF3-3377-BFC1-E019-46B548F89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98947-416A-61C8-9C19-BBE30FAE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04893-A1D6-1896-F235-95598609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D9E11-5D7E-D567-15F6-815EEA2A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0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D4FF-2752-EC03-EDFE-19D3CA8E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06BF0-6EAF-B05B-ACFC-3AA11F07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F117C-712A-A6AE-075E-E385F53D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6A18F-6F81-6072-9DD5-ADAD44C2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2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90A58-27CC-802B-93FE-ECE049AD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0020C-287A-F596-8742-D50B6840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DB5B2-06F0-6C35-7D78-089A8440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DD1C-24C0-CE42-727D-0EC6C06F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2E5FA-23F8-0F35-8DF1-76024131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AB238-32CB-F55A-73D5-4BB4B8872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B2727-EE20-B1E6-7F58-565461FC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1000B-D560-C9A2-0068-A9DEC367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85B5-B6DE-1488-3FCE-179EDB0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4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B9D8-4C71-D100-C8A1-8CA557DE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5121C-6CE4-E0B5-27D3-52B7FC4BF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6DE39-9CFA-6D3F-93C4-4809A3BA6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F6645-2815-A743-722B-691B2764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FA43C-4271-C84C-5218-108E03EC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882DE-3755-F5A3-C4E4-E6FFEBF8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6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D95E-6003-F7D9-9EC5-2EF0814D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7486C-6F8A-F9A2-5B71-707081D67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BD03-A6D6-2DAC-D628-BAD79029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BF1B-0B97-EA53-84FA-CA94A1B5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084D1-53EA-F029-6325-37E2F672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5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2C110-09D5-0706-1816-506BA4D23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4FBAF-C3D5-DC4E-FD6B-84EE99C9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8282-8BF6-BB5F-80FE-DE9C8728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4A0D1-D71E-1723-EB41-6AF9D4BE2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86614-B981-7E39-2FE7-217ABDF7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6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E2890-12B5-5A51-6F02-B61A70DD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0E95-743D-7124-1B7A-2AC0155E9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3E8D-AAE3-B411-5607-6E39E31A6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81495-EFDC-674E-AC50-7E58065335D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5D404-6C4D-6C07-583B-A4F7C41C5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3AB27-F456-DC59-C1CF-020836E83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8E118-1273-8D47-A03A-F7363D26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9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5CD5-C110-95F0-E0FE-4D9474B390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Agents in Practice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9E63-4530-5AE5-58E8-56E3197FA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Unit 7: LLM-Based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6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5035-3211-E1A9-ED52-46349B16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FB450-959D-AF9C-E0D9-D587239BC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minimal, reliable agent you could build yourself</a:t>
            </a:r>
          </a:p>
          <a:p>
            <a:r>
              <a:rPr lang="en-US" dirty="0"/>
              <a:t>See the loop, the guardrails, and the acceptance checks</a:t>
            </a:r>
          </a:p>
          <a:p>
            <a:r>
              <a:rPr lang="en-US" dirty="0"/>
              <a:t>Leave with a template: Agent Design Card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4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106C-8CD1-EE71-93E5-3CF0FF869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Classical AI to LLM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84CDC-49F5-47A6-546E-3AE148AC5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Goal</a:t>
            </a:r>
            <a:r>
              <a:rPr lang="en-US" b="1" dirty="0"/>
              <a:t>-based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model</a:t>
            </a:r>
            <a:r>
              <a:rPr lang="en-US" b="1" dirty="0"/>
              <a:t>-based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problem</a:t>
            </a:r>
            <a:r>
              <a:rPr lang="en-US" b="1" dirty="0"/>
              <a:t>-solving</a:t>
            </a:r>
            <a:r>
              <a:rPr lang="en-US" dirty="0"/>
              <a:t> agent</a:t>
            </a:r>
          </a:p>
          <a:p>
            <a:r>
              <a:rPr lang="en-US" dirty="0"/>
              <a:t>Loop: reason → act → observe → adjust</a:t>
            </a:r>
          </a:p>
          <a:p>
            <a:r>
              <a:rPr lang="en-US" dirty="0"/>
              <a:t>Bounded iterations, small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9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9FDB-B9BB-2B24-05FB-F1E45385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for Our SQL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D0280-AD94-AC8D-2D4A-BE865AC1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Performance:</a:t>
            </a:r>
            <a:r>
              <a:rPr lang="en-US" dirty="0"/>
              <a:t> 	correctness, read-only safety, low latency</a:t>
            </a:r>
          </a:p>
          <a:p>
            <a:r>
              <a:rPr lang="en-US" b="1" dirty="0"/>
              <a:t>Environment:</a:t>
            </a:r>
            <a:r>
              <a:rPr lang="en-US" dirty="0"/>
              <a:t> 	MySQL (RO), LLM, REPL, OS/network</a:t>
            </a:r>
          </a:p>
          <a:p>
            <a:r>
              <a:rPr lang="en-US" b="1" dirty="0"/>
              <a:t>Actuators:</a:t>
            </a:r>
            <a:r>
              <a:rPr lang="en-US" dirty="0"/>
              <a:t> 	LLM calls; execute one SQL</a:t>
            </a:r>
          </a:p>
          <a:p>
            <a:r>
              <a:rPr lang="en-US" b="1" dirty="0"/>
              <a:t>Sensors:</a:t>
            </a:r>
            <a:r>
              <a:rPr lang="en-US" dirty="0"/>
              <a:t> 		schema hint, preview rows/errors, validator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8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AC71-6C3E-4350-69C0-01551E58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Agent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DC7A-ECA9-2E83-703E-BDD7FDC75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Roles: 	Planner </a:t>
            </a:r>
            <a:br>
              <a:rPr lang="en-US" dirty="0"/>
            </a:br>
            <a:r>
              <a:rPr lang="en-US" dirty="0"/>
              <a:t>		→ SQL Writer </a:t>
            </a:r>
            <a:br>
              <a:rPr lang="en-US" dirty="0"/>
            </a:br>
            <a:r>
              <a:rPr lang="en-US" dirty="0"/>
              <a:t>		→ Verifier</a:t>
            </a:r>
          </a:p>
          <a:p>
            <a:r>
              <a:rPr lang="en-US" dirty="0"/>
              <a:t>One safe statement per turn</a:t>
            </a:r>
          </a:p>
          <a:p>
            <a:r>
              <a:rPr lang="en-US" dirty="0"/>
              <a:t>Iterates until </a:t>
            </a:r>
            <a:r>
              <a:rPr lang="en-US" b="1" dirty="0"/>
              <a:t>accept</a:t>
            </a:r>
            <a:r>
              <a:rPr lang="en-US" dirty="0"/>
              <a:t>,</a:t>
            </a:r>
            <a:r>
              <a:rPr lang="en-US" b="1" dirty="0"/>
              <a:t> stop</a:t>
            </a:r>
            <a:r>
              <a:rPr lang="en-US" dirty="0"/>
              <a:t>, or cap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4CF4-8465-440D-CC9D-10C8D155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loop (what the code does)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E506-2072-E5B7-93D4-EA9651F8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Planner</a:t>
            </a:r>
            <a:r>
              <a:rPr lang="en-US" dirty="0"/>
              <a:t>: 		proposes 1–3 concrete steps</a:t>
            </a:r>
          </a:p>
          <a:p>
            <a:r>
              <a:rPr lang="en-US" b="1" dirty="0"/>
              <a:t>SQL Writer</a:t>
            </a:r>
            <a:r>
              <a:rPr lang="en-US" dirty="0"/>
              <a:t>:	emits one SELECT using real schema</a:t>
            </a:r>
          </a:p>
          <a:p>
            <a:r>
              <a:rPr lang="en-US" b="1" dirty="0"/>
              <a:t>Executor</a:t>
            </a:r>
            <a:r>
              <a:rPr lang="en-US" dirty="0"/>
              <a:t>:		runs, captures preview/errors/latency</a:t>
            </a:r>
          </a:p>
          <a:p>
            <a:r>
              <a:rPr lang="en-US" b="1" dirty="0"/>
              <a:t>Verifier</a:t>
            </a:r>
            <a:r>
              <a:rPr lang="en-US" dirty="0"/>
              <a:t>: 		accept / revise / stop via checks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Bound iterations; it either lands or says it can’t (unachievable)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C783-3336-1590-A92A-E81F5118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Envelope (minimal)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D277-C1BF-5BBE-D15A-DA32890C9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Read-only DB role + single-statement allowlist</a:t>
            </a:r>
          </a:p>
          <a:p>
            <a:r>
              <a:rPr lang="en-US" dirty="0"/>
              <a:t>Block DDL/DML</a:t>
            </a:r>
          </a:p>
          <a:p>
            <a:r>
              <a:rPr lang="en-US" dirty="0"/>
              <a:t>Half-second query timeout</a:t>
            </a:r>
          </a:p>
          <a:p>
            <a:r>
              <a:rPr lang="en-US" dirty="0"/>
              <a:t>Buffered cursor (no “Unread result found”)</a:t>
            </a:r>
          </a:p>
          <a:p>
            <a:r>
              <a:rPr lang="en-US" dirty="0"/>
              <a:t>Optional: refuse destructive </a:t>
            </a:r>
            <a:r>
              <a:rPr lang="en-US" b="1" dirty="0"/>
              <a:t>goals</a:t>
            </a:r>
            <a:r>
              <a:rPr lang="en-US" dirty="0"/>
              <a:t> up front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30EC-CB3C-0910-0B9F-982B3385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 and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6ED4-02AD-B90B-F324-DAD459A8E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KB = Knowledge Base		Persistent store</a:t>
            </a:r>
          </a:p>
          <a:p>
            <a:pPr marL="0" indent="0">
              <a:buNone/>
            </a:pPr>
            <a:r>
              <a:rPr lang="en-US" dirty="0"/>
              <a:t>State					Short-term memory 								(where it is, what it’s doing)</a:t>
            </a:r>
          </a:p>
          <a:p>
            <a:endParaRPr lang="en-US" dirty="0"/>
          </a:p>
          <a:p>
            <a:r>
              <a:rPr lang="en-US" dirty="0"/>
              <a:t>Live schema hint from </a:t>
            </a:r>
            <a:r>
              <a:rPr lang="en-US" sz="2400" dirty="0" err="1">
                <a:latin typeface="Aptos Mono" panose="020B0009020202020204" pitchFamily="49" charset="0"/>
              </a:rPr>
              <a:t>information_schema</a:t>
            </a:r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/>
              <a:t>Last SQL, last error/issues, small preview</a:t>
            </a:r>
          </a:p>
          <a:p>
            <a:r>
              <a:rPr lang="en-US" dirty="0" err="1"/>
              <a:t>Pydantic</a:t>
            </a:r>
            <a:r>
              <a:rPr lang="en-US" dirty="0"/>
              <a:t> JSON for structured role outputs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3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196F-74C3-AFB3-D32E-3C5F94A2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87C13-956A-73D2-4BEF-390D0CB52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7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6737-8B5A-B659-51B9-EE497D59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What to Watch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7CA6C-99FE-0D6D-16BF-C8FCC942B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	agent’s task, issued by user</a:t>
            </a:r>
          </a:p>
          <a:p>
            <a:r>
              <a:rPr lang="en-US" b="1" dirty="0"/>
              <a:t>Plan</a:t>
            </a:r>
            <a:r>
              <a:rPr lang="en-US" dirty="0"/>
              <a:t> 	agent proposes short, sensible steps</a:t>
            </a:r>
          </a:p>
          <a:p>
            <a:r>
              <a:rPr lang="en-US" b="1" dirty="0"/>
              <a:t>SQL</a:t>
            </a:r>
            <a:r>
              <a:rPr lang="en-US" dirty="0"/>
              <a:t> 	one, read-only, uses real schema</a:t>
            </a:r>
          </a:p>
          <a:p>
            <a:r>
              <a:rPr lang="en-US" b="1" dirty="0"/>
              <a:t>Preview</a:t>
            </a:r>
            <a:r>
              <a:rPr lang="en-US" dirty="0"/>
              <a:t> 	quick check; not empty if goal implies rows</a:t>
            </a:r>
          </a:p>
          <a:p>
            <a:r>
              <a:rPr lang="en-US" b="1" dirty="0"/>
              <a:t>Verdict</a:t>
            </a:r>
            <a:r>
              <a:rPr lang="en-US" dirty="0"/>
              <a:t> 	accept / revise / stop</a:t>
            </a:r>
          </a:p>
          <a:p>
            <a:r>
              <a:rPr lang="en-US" dirty="0"/>
              <a:t>Elapsed time (latency awareness)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4C9F-DE80-72C4-C31F-3A998B950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953"/>
            <a:ext cx="10515600" cy="5539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Mono" panose="020B0009020202020204" pitchFamily="49" charset="0"/>
              </a:rPr>
              <a:t>Goal&gt; Which books about SQL have never been ordered?</a:t>
            </a:r>
          </a:p>
          <a:p>
            <a:pPr marL="0" indent="0">
              <a:buNone/>
            </a:pPr>
            <a:endParaRPr lang="en-US" sz="2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Aptos Mono" panose="020B0009020202020204" pitchFamily="49" charset="0"/>
              </a:rPr>
              <a:t>--- Planner ---</a:t>
            </a:r>
          </a:p>
          <a:p>
            <a:pPr marL="0" indent="0">
              <a:buNone/>
            </a:pPr>
            <a:r>
              <a:rPr lang="en-US" sz="2400" dirty="0">
                <a:latin typeface="Aptos Mono" panose="020B0009020202020204" pitchFamily="49" charset="0"/>
              </a:rPr>
              <a:t>1. Identify books related to SQL by filtering the 'book' table using the 'title' column.</a:t>
            </a:r>
          </a:p>
          <a:p>
            <a:pPr marL="0" indent="0">
              <a:buNone/>
            </a:pPr>
            <a:r>
              <a:rPr lang="en-US" sz="2400" dirty="0">
                <a:latin typeface="Aptos Mono" panose="020B0009020202020204" pitchFamily="49" charset="0"/>
              </a:rPr>
              <a:t>2. Find books that have been ordered by joining 'book' with '</a:t>
            </a:r>
            <a:r>
              <a:rPr lang="en-US" sz="2400" dirty="0" err="1">
                <a:latin typeface="Aptos Mono" panose="020B0009020202020204" pitchFamily="49" charset="0"/>
              </a:rPr>
              <a:t>order_line</a:t>
            </a:r>
            <a:r>
              <a:rPr lang="en-US" sz="2400" dirty="0">
                <a:latin typeface="Aptos Mono" panose="020B0009020202020204" pitchFamily="49" charset="0"/>
              </a:rPr>
              <a:t>' on '</a:t>
            </a:r>
            <a:r>
              <a:rPr lang="en-US" sz="2400" dirty="0" err="1">
                <a:latin typeface="Aptos Mono" panose="020B0009020202020204" pitchFamily="49" charset="0"/>
              </a:rPr>
              <a:t>book_id</a:t>
            </a:r>
            <a:r>
              <a:rPr lang="en-US" sz="2400" dirty="0">
                <a:latin typeface="Aptos Mono" panose="020B0009020202020204" pitchFamily="49" charset="0"/>
              </a:rPr>
              <a:t>'.</a:t>
            </a:r>
          </a:p>
          <a:p>
            <a:pPr marL="0" indent="0">
              <a:buNone/>
            </a:pPr>
            <a:r>
              <a:rPr lang="en-US" sz="2400" dirty="0">
                <a:latin typeface="Aptos Mono" panose="020B0009020202020204" pitchFamily="49" charset="0"/>
              </a:rPr>
              <a:t>3. Select books that are not in the ordered list by using a subquery or LEFT JOIN with NULL check.</a:t>
            </a:r>
          </a:p>
          <a:p>
            <a:pPr marL="0" indent="0">
              <a:buNone/>
            </a:pPr>
            <a:endParaRPr lang="en-US" sz="24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7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DB53-40FA-5C49-271D-FBF526CB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DA74-684F-5AE0-080D-4BC66A24E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953"/>
            <a:ext cx="10515600" cy="55390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--- Iteration 1: SQL Writer ---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Proposed SQL: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SELECT </a:t>
            </a:r>
            <a:r>
              <a:rPr lang="en-US" sz="1800" dirty="0" err="1">
                <a:latin typeface="Aptos Mono" panose="020B0009020202020204" pitchFamily="49" charset="0"/>
              </a:rPr>
              <a:t>b.title</a:t>
            </a:r>
            <a:r>
              <a:rPr lang="en-US" sz="1800" dirty="0">
                <a:latin typeface="Aptos Mono" panose="020B0009020202020204" pitchFamily="49" charset="0"/>
              </a:rPr>
              <a:t> FROM book b WHERE </a:t>
            </a:r>
            <a:r>
              <a:rPr lang="en-US" sz="1800" dirty="0" err="1">
                <a:latin typeface="Aptos Mono" panose="020B0009020202020204" pitchFamily="49" charset="0"/>
              </a:rPr>
              <a:t>b.title</a:t>
            </a:r>
            <a:r>
              <a:rPr lang="en-US" sz="1800" dirty="0">
                <a:latin typeface="Aptos Mono" panose="020B0009020202020204" pitchFamily="49" charset="0"/>
              </a:rPr>
              <a:t> LIKE '%SQL%' AND NOT EXISTS (SELECT 1 FROM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</a:t>
            </a:r>
            <a:r>
              <a:rPr lang="en-US" sz="1800" dirty="0" err="1">
                <a:latin typeface="Aptos Mono" panose="020B0009020202020204" pitchFamily="49" charset="0"/>
              </a:rPr>
              <a:t>ol</a:t>
            </a:r>
            <a:r>
              <a:rPr lang="en-US" sz="1800" dirty="0">
                <a:latin typeface="Aptos Mono" panose="020B0009020202020204" pitchFamily="49" charset="0"/>
              </a:rPr>
              <a:t> WHERE </a:t>
            </a:r>
            <a:r>
              <a:rPr lang="en-US" sz="1800" dirty="0" err="1">
                <a:latin typeface="Aptos Mono" panose="020B0009020202020204" pitchFamily="49" charset="0"/>
              </a:rPr>
              <a:t>ol.book_id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b.book_id</a:t>
            </a:r>
            <a:r>
              <a:rPr lang="en-US" sz="1800" dirty="0">
                <a:latin typeface="Aptos Mono" panose="020B000902020202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Preview: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title                                                         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PHP and MySQL Web Development (Developer's Library)           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High Performance MySQL: Optimization  Backups  Replication &amp; Load Balancing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(previewed 2 rows; total reported/estimated: 2)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43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4A5C-A789-E120-2ECE-6CF9AD90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104A2-FDBB-D869-1CEE-707593DD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953"/>
            <a:ext cx="10515600" cy="55390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--- Verifier ---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Reason: The SQL query correctly identifies books with 'SQL' in the title that have never been ordered by checking for the absence of corresponding entries in the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table.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=== RESULT ===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SQL: SELECT </a:t>
            </a:r>
            <a:r>
              <a:rPr lang="en-US" sz="1800" dirty="0" err="1">
                <a:latin typeface="Aptos Mono" panose="020B0009020202020204" pitchFamily="49" charset="0"/>
              </a:rPr>
              <a:t>b.title</a:t>
            </a:r>
            <a:r>
              <a:rPr lang="en-US" sz="1800" dirty="0">
                <a:latin typeface="Aptos Mono" panose="020B0009020202020204" pitchFamily="49" charset="0"/>
              </a:rPr>
              <a:t> FROM book b WHERE </a:t>
            </a:r>
            <a:r>
              <a:rPr lang="en-US" sz="1800" dirty="0" err="1">
                <a:latin typeface="Aptos Mono" panose="020B0009020202020204" pitchFamily="49" charset="0"/>
              </a:rPr>
              <a:t>b.title</a:t>
            </a:r>
            <a:r>
              <a:rPr lang="en-US" sz="1800" dirty="0">
                <a:latin typeface="Aptos Mono" panose="020B0009020202020204" pitchFamily="49" charset="0"/>
              </a:rPr>
              <a:t> LIKE '%SQL%' AND NOT EXISTS (SELECT 1 FROM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</a:t>
            </a:r>
            <a:r>
              <a:rPr lang="en-US" sz="1800" dirty="0" err="1">
                <a:latin typeface="Aptos Mono" panose="020B0009020202020204" pitchFamily="49" charset="0"/>
              </a:rPr>
              <a:t>ol</a:t>
            </a:r>
            <a:r>
              <a:rPr lang="en-US" sz="1800" dirty="0">
                <a:latin typeface="Aptos Mono" panose="020B0009020202020204" pitchFamily="49" charset="0"/>
              </a:rPr>
              <a:t> WHERE </a:t>
            </a:r>
            <a:r>
              <a:rPr lang="en-US" sz="1800" dirty="0" err="1">
                <a:latin typeface="Aptos Mono" panose="020B0009020202020204" pitchFamily="49" charset="0"/>
              </a:rPr>
              <a:t>ol.book_id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b.book_id</a:t>
            </a:r>
            <a:r>
              <a:rPr lang="en-US" sz="1800" dirty="0">
                <a:latin typeface="Aptos Mono" panose="020B0009020202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Reason: The SQL query correctly identifies books with 'SQL' in the title that have never been ordered by checking for the absence of corresponding entries in the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table.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Preview: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title                                                         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PHP and MySQL Web Development (Developer's Library)           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High Performance MySQL: Optimization  Backups  Replication &amp; Load Balancing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+-----------------------------------------------------------------------------+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Elapsed: 4.87s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791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CD8A-3DBE-6D85-7E3E-CCD7DDEA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AC7CB-A6C0-78A3-8EA2-541D896F6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SELECT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FROM book b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WHERE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r>
              <a:rPr lang="en-US" sz="2000" dirty="0">
                <a:latin typeface="Aptos Mono" panose="020B0009020202020204" pitchFamily="49" charset="0"/>
              </a:rPr>
              <a:t> LIKE '%SQL%’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AND NOT EXISTS (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     SELECT 1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       FROM </a:t>
            </a:r>
            <a:r>
              <a:rPr lang="en-US" sz="2000" dirty="0" err="1">
                <a:latin typeface="Aptos Mono" panose="020B0009020202020204" pitchFamily="49" charset="0"/>
              </a:rPr>
              <a:t>order_line</a:t>
            </a:r>
            <a:r>
              <a:rPr lang="en-US" sz="2000" dirty="0">
                <a:latin typeface="Aptos Mono" panose="020B0009020202020204" pitchFamily="49" charset="0"/>
              </a:rPr>
              <a:t> </a:t>
            </a:r>
            <a:r>
              <a:rPr lang="en-US" sz="2000" dirty="0" err="1">
                <a:latin typeface="Aptos Mono" panose="020B0009020202020204" pitchFamily="49" charset="0"/>
              </a:rPr>
              <a:t>ol</a:t>
            </a: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      WHERE </a:t>
            </a:r>
            <a:r>
              <a:rPr lang="en-US" sz="2000" dirty="0" err="1">
                <a:latin typeface="Aptos Mono" panose="020B0009020202020204" pitchFamily="49" charset="0"/>
              </a:rPr>
              <a:t>ol.book_id</a:t>
            </a:r>
            <a:r>
              <a:rPr lang="en-US" sz="2000" dirty="0">
                <a:latin typeface="Aptos Mono" panose="020B0009020202020204" pitchFamily="49" charset="0"/>
              </a:rPr>
              <a:t> = </a:t>
            </a:r>
            <a:r>
              <a:rPr lang="en-US" sz="2000" dirty="0" err="1">
                <a:latin typeface="Aptos Mono" panose="020B0009020202020204" pitchFamily="49" charset="0"/>
              </a:rPr>
              <a:t>b.book_id</a:t>
            </a: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   ); 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18345-5721-4237-CE96-B44F0DBF14AF}"/>
              </a:ext>
            </a:extLst>
          </p:cNvPr>
          <p:cNvSpPr txBox="1"/>
          <p:nvPr/>
        </p:nvSpPr>
        <p:spPr>
          <a:xfrm>
            <a:off x="6096000" y="1825625"/>
            <a:ext cx="5355265" cy="1754326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FROM book b → consider all books</a:t>
            </a:r>
          </a:p>
          <a:p>
            <a:endParaRPr lang="en-US" dirty="0"/>
          </a:p>
          <a:p>
            <a:r>
              <a:rPr lang="en-US" dirty="0"/>
              <a:t>title LIKE '%SQL%' → keep SQL books</a:t>
            </a:r>
          </a:p>
          <a:p>
            <a:endParaRPr lang="en-US" dirty="0"/>
          </a:p>
          <a:p>
            <a:r>
              <a:rPr lang="en-US" dirty="0"/>
              <a:t>NOT EXISTS (…) → keep only books with zero orders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2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EE47-75A6-C6DF-7889-5E1778FE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Loop (behind scenes look)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5C794-6682-9DEA-75B9-0B84697AC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Planner</a:t>
            </a:r>
            <a:r>
              <a:rPr lang="en-US" dirty="0"/>
              <a:t> 		restate goal, pick strategy </a:t>
            </a:r>
          </a:p>
          <a:p>
            <a:pPr lvl="1"/>
            <a:r>
              <a:rPr lang="en-US" dirty="0"/>
              <a:t>filter by title</a:t>
            </a:r>
          </a:p>
          <a:p>
            <a:pPr lvl="1"/>
            <a:r>
              <a:rPr lang="en-US" dirty="0"/>
              <a:t>anti-join for “never ordered”</a:t>
            </a:r>
          </a:p>
          <a:p>
            <a:pPr marL="0" indent="0">
              <a:buNone/>
            </a:pPr>
            <a:r>
              <a:rPr lang="en-US" b="1" dirty="0"/>
              <a:t>SQL Writer</a:t>
            </a:r>
            <a:r>
              <a:rPr lang="en-US" dirty="0"/>
              <a:t>		produce the NOT EXISTS query</a:t>
            </a:r>
          </a:p>
          <a:p>
            <a:pPr marL="0" indent="0">
              <a:buNone/>
            </a:pPr>
            <a:r>
              <a:rPr lang="en-US" b="1" dirty="0"/>
              <a:t>Executor</a:t>
            </a:r>
            <a:r>
              <a:rPr lang="en-US" dirty="0"/>
              <a:t>		run in read-only mode, show a preview</a:t>
            </a:r>
          </a:p>
          <a:p>
            <a:pPr marL="0" indent="0">
              <a:buNone/>
            </a:pPr>
            <a:r>
              <a:rPr lang="en-US" b="1" dirty="0"/>
              <a:t>Verifier</a:t>
            </a:r>
            <a:r>
              <a:rPr lang="en-US" dirty="0"/>
              <a:t> 		check that rows match the goal, accept or revise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60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1D6-7445-884F-4A50-1FC72BC5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“NOT EXISTS”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725F-3A79-E913-F659-6B0C7C622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EXISTS tests “does at least one matching row exist?”</a:t>
            </a:r>
          </a:p>
          <a:p>
            <a:r>
              <a:rPr lang="en-US" dirty="0"/>
              <a:t>NOT EXISTS keeps rows where no match exists (an anti-join)</a:t>
            </a:r>
          </a:p>
          <a:p>
            <a:r>
              <a:rPr lang="en-US" dirty="0"/>
              <a:t>SELECT 1 is a placeholder; EXISTS ignores the projected columns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“Keep each SQL book only if there are 0 orders for its </a:t>
            </a:r>
            <a:r>
              <a:rPr lang="en-US" dirty="0" err="1"/>
              <a:t>book_id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87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D5E1-5BAD-719E-225F-B3288899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C045-8EF4-D5C7-80D0-67C72651C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Goal&gt; For each customer, calculate the total amount they have spent on orders. Display the customer's first name, last name, and total amount spent.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--- Planner ---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1. Join the customer table with the </a:t>
            </a:r>
            <a:r>
              <a:rPr lang="en-US" sz="2000" dirty="0" err="1">
                <a:latin typeface="Aptos Mono" panose="020B0009020202020204" pitchFamily="49" charset="0"/>
              </a:rPr>
              <a:t>cust_order</a:t>
            </a:r>
            <a:r>
              <a:rPr lang="en-US" sz="2000" dirty="0">
                <a:latin typeface="Aptos Mono" panose="020B0009020202020204" pitchFamily="49" charset="0"/>
              </a:rPr>
              <a:t> table on </a:t>
            </a:r>
            <a:r>
              <a:rPr lang="en-US" sz="2000" dirty="0" err="1">
                <a:latin typeface="Aptos Mono" panose="020B0009020202020204" pitchFamily="49" charset="0"/>
              </a:rPr>
              <a:t>customer_id</a:t>
            </a:r>
            <a:r>
              <a:rPr lang="en-US" sz="2000" dirty="0">
                <a:latin typeface="Aptos Mono" panose="020B0009020202020204" pitchFamily="49" charset="0"/>
              </a:rPr>
              <a:t> to associate customers with their orders.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2. Join the result with the </a:t>
            </a:r>
            <a:r>
              <a:rPr lang="en-US" sz="2000" dirty="0" err="1">
                <a:latin typeface="Aptos Mono" panose="020B0009020202020204" pitchFamily="49" charset="0"/>
              </a:rPr>
              <a:t>order_line</a:t>
            </a:r>
            <a:r>
              <a:rPr lang="en-US" sz="2000" dirty="0">
                <a:latin typeface="Aptos Mono" panose="020B0009020202020204" pitchFamily="49" charset="0"/>
              </a:rPr>
              <a:t> table on </a:t>
            </a:r>
            <a:r>
              <a:rPr lang="en-US" sz="2000" dirty="0" err="1">
                <a:latin typeface="Aptos Mono" panose="020B0009020202020204" pitchFamily="49" charset="0"/>
              </a:rPr>
              <a:t>order_id</a:t>
            </a:r>
            <a:r>
              <a:rPr lang="en-US" sz="2000" dirty="0">
                <a:latin typeface="Aptos Mono" panose="020B0009020202020204" pitchFamily="49" charset="0"/>
              </a:rPr>
              <a:t> to access the price of each order line.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3. Group the results by </a:t>
            </a:r>
            <a:r>
              <a:rPr lang="en-US" sz="2000" dirty="0" err="1">
                <a:latin typeface="Aptos Mono" panose="020B0009020202020204" pitchFamily="49" charset="0"/>
              </a:rPr>
              <a:t>customer_id</a:t>
            </a:r>
            <a:r>
              <a:rPr lang="en-US" sz="2000" dirty="0">
                <a:latin typeface="Aptos Mono" panose="020B0009020202020204" pitchFamily="49" charset="0"/>
              </a:rPr>
              <a:t>, </a:t>
            </a:r>
            <a:r>
              <a:rPr lang="en-US" sz="2000" dirty="0" err="1">
                <a:latin typeface="Aptos Mono" panose="020B0009020202020204" pitchFamily="49" charset="0"/>
              </a:rPr>
              <a:t>first_name</a:t>
            </a:r>
            <a:r>
              <a:rPr lang="en-US" sz="2000" dirty="0">
                <a:latin typeface="Aptos Mono" panose="020B0009020202020204" pitchFamily="49" charset="0"/>
              </a:rPr>
              <a:t>, and </a:t>
            </a:r>
            <a:r>
              <a:rPr lang="en-US" sz="2000" dirty="0" err="1">
                <a:latin typeface="Aptos Mono" panose="020B0009020202020204" pitchFamily="49" charset="0"/>
              </a:rPr>
              <a:t>last_name</a:t>
            </a:r>
            <a:r>
              <a:rPr lang="en-US" sz="2000" dirty="0">
                <a:latin typeface="Aptos Mono" panose="020B0009020202020204" pitchFamily="49" charset="0"/>
              </a:rPr>
              <a:t> to calculate the total amount spent by each customer.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4. Select the customer's first name, last name, and the sum of the price as total amount spent.</a:t>
            </a:r>
          </a:p>
        </p:txBody>
      </p:sp>
    </p:spTree>
    <p:extLst>
      <p:ext uri="{BB962C8B-B14F-4D97-AF65-F5344CB8AC3E}">
        <p14:creationId xmlns:p14="http://schemas.microsoft.com/office/powerpoint/2010/main" val="1707340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2DE7F-026D-E607-C1A4-3757447C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BEB2-C774-6CBF-69CB-2F4B86E42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--- Iteration 1: SQL Writer ---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Proposed SQL: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SELECT </a:t>
            </a:r>
            <a:r>
              <a:rPr lang="en-US" sz="1800" dirty="0" err="1">
                <a:latin typeface="Aptos Mono" panose="020B0009020202020204" pitchFamily="49" charset="0"/>
              </a:rPr>
              <a:t>c.first_name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c.last_name</a:t>
            </a:r>
            <a:r>
              <a:rPr lang="en-US" sz="1800" dirty="0">
                <a:latin typeface="Aptos Mono" panose="020B0009020202020204" pitchFamily="49" charset="0"/>
              </a:rPr>
              <a:t>, COALESCE(SUM(</a:t>
            </a:r>
            <a:r>
              <a:rPr lang="en-US" sz="1800" dirty="0" err="1">
                <a:latin typeface="Aptos Mono" panose="020B0009020202020204" pitchFamily="49" charset="0"/>
              </a:rPr>
              <a:t>ol.price</a:t>
            </a:r>
            <a:r>
              <a:rPr lang="en-US" sz="1800" dirty="0">
                <a:latin typeface="Aptos Mono" panose="020B0009020202020204" pitchFamily="49" charset="0"/>
              </a:rPr>
              <a:t>), 0) AS </a:t>
            </a:r>
            <a:r>
              <a:rPr lang="en-US" sz="1800" dirty="0" err="1">
                <a:latin typeface="Aptos Mono" panose="020B0009020202020204" pitchFamily="49" charset="0"/>
              </a:rPr>
              <a:t>total_amount_spent</a:t>
            </a:r>
            <a:r>
              <a:rPr lang="en-US" sz="1800" dirty="0">
                <a:latin typeface="Aptos Mono" panose="020B0009020202020204" pitchFamily="49" charset="0"/>
              </a:rPr>
              <a:t> FROM customer c JOIN </a:t>
            </a:r>
            <a:r>
              <a:rPr lang="en-US" sz="1800" dirty="0" err="1">
                <a:latin typeface="Aptos Mono" panose="020B0009020202020204" pitchFamily="49" charset="0"/>
              </a:rPr>
              <a:t>cust_order</a:t>
            </a:r>
            <a:r>
              <a:rPr lang="en-US" sz="1800" dirty="0">
                <a:latin typeface="Aptos Mono" panose="020B0009020202020204" pitchFamily="49" charset="0"/>
              </a:rPr>
              <a:t> co ON </a:t>
            </a:r>
            <a:r>
              <a:rPr lang="en-US" sz="1800" dirty="0" err="1">
                <a:latin typeface="Aptos Mono" panose="020B0009020202020204" pitchFamily="49" charset="0"/>
              </a:rPr>
              <a:t>c.customer_id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co.customer_id</a:t>
            </a:r>
            <a:r>
              <a:rPr lang="en-US" sz="1800" dirty="0">
                <a:latin typeface="Aptos Mono" panose="020B0009020202020204" pitchFamily="49" charset="0"/>
              </a:rPr>
              <a:t> JOIN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</a:t>
            </a:r>
            <a:r>
              <a:rPr lang="en-US" sz="1800" dirty="0" err="1">
                <a:latin typeface="Aptos Mono" panose="020B0009020202020204" pitchFamily="49" charset="0"/>
              </a:rPr>
              <a:t>ol</a:t>
            </a:r>
            <a:r>
              <a:rPr lang="en-US" sz="1800" dirty="0">
                <a:latin typeface="Aptos Mono" panose="020B0009020202020204" pitchFamily="49" charset="0"/>
              </a:rPr>
              <a:t> ON </a:t>
            </a:r>
            <a:r>
              <a:rPr lang="en-US" sz="1800" dirty="0" err="1">
                <a:latin typeface="Aptos Mono" panose="020B0009020202020204" pitchFamily="49" charset="0"/>
              </a:rPr>
              <a:t>co.order_id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ol.order_id</a:t>
            </a:r>
            <a:r>
              <a:rPr lang="en-US" sz="1800" dirty="0">
                <a:latin typeface="Aptos Mono" panose="020B0009020202020204" pitchFamily="49" charset="0"/>
              </a:rPr>
              <a:t> GROUP BY </a:t>
            </a:r>
            <a:r>
              <a:rPr lang="en-US" sz="1800" dirty="0" err="1">
                <a:latin typeface="Aptos Mono" panose="020B0009020202020204" pitchFamily="49" charset="0"/>
              </a:rPr>
              <a:t>c.customer_id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c.first_name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c.last_name</a:t>
            </a: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Preview: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+------------+-----------+--------------------+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</a:t>
            </a:r>
            <a:r>
              <a:rPr lang="en-US" sz="1800" dirty="0" err="1">
                <a:latin typeface="Aptos Mono" panose="020B0009020202020204" pitchFamily="49" charset="0"/>
              </a:rPr>
              <a:t>first_name</a:t>
            </a:r>
            <a:r>
              <a:rPr lang="en-US" sz="1800" dirty="0">
                <a:latin typeface="Aptos Mono" panose="020B0009020202020204" pitchFamily="49" charset="0"/>
              </a:rPr>
              <a:t> | </a:t>
            </a:r>
            <a:r>
              <a:rPr lang="en-US" sz="1800" dirty="0" err="1">
                <a:latin typeface="Aptos Mono" panose="020B0009020202020204" pitchFamily="49" charset="0"/>
              </a:rPr>
              <a:t>last_name</a:t>
            </a:r>
            <a:r>
              <a:rPr lang="en-US" sz="1800" dirty="0">
                <a:latin typeface="Aptos Mono" panose="020B0009020202020204" pitchFamily="49" charset="0"/>
              </a:rPr>
              <a:t> | </a:t>
            </a:r>
            <a:r>
              <a:rPr lang="en-US" sz="1800" dirty="0" err="1">
                <a:latin typeface="Aptos Mono" panose="020B0009020202020204" pitchFamily="49" charset="0"/>
              </a:rPr>
              <a:t>total_amount_spent</a:t>
            </a:r>
            <a:r>
              <a:rPr lang="en-US" sz="1800" dirty="0">
                <a:latin typeface="Aptos Mono" panose="020B0009020202020204" pitchFamily="49" charset="0"/>
              </a:rPr>
              <a:t>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+------------+-----------+--------------------+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Ursola     | Purdy     | 205.21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Ruthanne   | </a:t>
            </a:r>
            <a:r>
              <a:rPr lang="en-US" sz="1800" dirty="0" err="1">
                <a:latin typeface="Aptos Mono" panose="020B0009020202020204" pitchFamily="49" charset="0"/>
              </a:rPr>
              <a:t>Vatini</a:t>
            </a:r>
            <a:r>
              <a:rPr lang="en-US" sz="1800" dirty="0">
                <a:latin typeface="Aptos Mono" panose="020B0009020202020204" pitchFamily="49" charset="0"/>
              </a:rPr>
              <a:t>    | 36.04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Reidar     | Turbitt   | 129.94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Rich       | Kirsz     | 44.49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Carline    | </a:t>
            </a:r>
            <a:r>
              <a:rPr lang="en-US" sz="1800" dirty="0" err="1">
                <a:latin typeface="Aptos Mono" panose="020B0009020202020204" pitchFamily="49" charset="0"/>
              </a:rPr>
              <a:t>Kupis</a:t>
            </a:r>
            <a:r>
              <a:rPr lang="en-US" sz="1800" dirty="0">
                <a:latin typeface="Aptos Mono" panose="020B0009020202020204" pitchFamily="49" charset="0"/>
              </a:rPr>
              <a:t>     | 142.86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Nolly      | Bonicelli | 45.85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Phebe      | </a:t>
            </a:r>
            <a:r>
              <a:rPr lang="en-US" sz="1800" dirty="0" err="1">
                <a:latin typeface="Aptos Mono" panose="020B0009020202020204" pitchFamily="49" charset="0"/>
              </a:rPr>
              <a:t>Curdell</a:t>
            </a:r>
            <a:r>
              <a:rPr lang="en-US" sz="1800" dirty="0">
                <a:latin typeface="Aptos Mono" panose="020B0009020202020204" pitchFamily="49" charset="0"/>
              </a:rPr>
              <a:t>   | 41.26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Euell      | Guilder   | 35.02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Teriann    | Marritt   | 148.57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| Filmer     | Douse     | 96.16              |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+------------+-----------+--------------------+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(previewed 10 rows; total reported/estimated: 1702)</a:t>
            </a:r>
          </a:p>
        </p:txBody>
      </p:sp>
    </p:spTree>
    <p:extLst>
      <p:ext uri="{BB962C8B-B14F-4D97-AF65-F5344CB8AC3E}">
        <p14:creationId xmlns:p14="http://schemas.microsoft.com/office/powerpoint/2010/main" val="3282505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F2493-BC2A-C274-2CDF-45E23280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4969-71DF-D917-84B4-1CD0C47B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7" y="308344"/>
            <a:ext cx="11164186" cy="6209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--- Verifier ---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Reason: The SQL query correctly calculates the total amount spent by each customer and displays the required columns: first name, last name, and total amount spent. The sample output matches the goal.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=== RESULT ===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SQL: SELECT </a:t>
            </a:r>
            <a:r>
              <a:rPr lang="en-US" sz="1800" dirty="0" err="1">
                <a:latin typeface="Aptos Mono" panose="020B0009020202020204" pitchFamily="49" charset="0"/>
              </a:rPr>
              <a:t>c.first_name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c.last_name</a:t>
            </a:r>
            <a:r>
              <a:rPr lang="en-US" sz="1800" dirty="0">
                <a:latin typeface="Aptos Mono" panose="020B0009020202020204" pitchFamily="49" charset="0"/>
              </a:rPr>
              <a:t>, COALESCE(SUM(</a:t>
            </a:r>
            <a:r>
              <a:rPr lang="en-US" sz="1800" dirty="0" err="1">
                <a:latin typeface="Aptos Mono" panose="020B0009020202020204" pitchFamily="49" charset="0"/>
              </a:rPr>
              <a:t>ol.price</a:t>
            </a:r>
            <a:r>
              <a:rPr lang="en-US" sz="1800" dirty="0">
                <a:latin typeface="Aptos Mono" panose="020B0009020202020204" pitchFamily="49" charset="0"/>
              </a:rPr>
              <a:t>), 0) AS </a:t>
            </a:r>
            <a:r>
              <a:rPr lang="en-US" sz="1800" dirty="0" err="1">
                <a:latin typeface="Aptos Mono" panose="020B0009020202020204" pitchFamily="49" charset="0"/>
              </a:rPr>
              <a:t>total_amount_spent</a:t>
            </a:r>
            <a:r>
              <a:rPr lang="en-US" sz="1800" dirty="0">
                <a:latin typeface="Aptos Mono" panose="020B0009020202020204" pitchFamily="49" charset="0"/>
              </a:rPr>
              <a:t> FROM customer c JOIN </a:t>
            </a:r>
            <a:r>
              <a:rPr lang="en-US" sz="1800" dirty="0" err="1">
                <a:latin typeface="Aptos Mono" panose="020B0009020202020204" pitchFamily="49" charset="0"/>
              </a:rPr>
              <a:t>cust_order</a:t>
            </a:r>
            <a:r>
              <a:rPr lang="en-US" sz="1800" dirty="0">
                <a:latin typeface="Aptos Mono" panose="020B0009020202020204" pitchFamily="49" charset="0"/>
              </a:rPr>
              <a:t> co ON </a:t>
            </a:r>
            <a:r>
              <a:rPr lang="en-US" sz="1800" dirty="0" err="1">
                <a:latin typeface="Aptos Mono" panose="020B0009020202020204" pitchFamily="49" charset="0"/>
              </a:rPr>
              <a:t>c.customer_id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co.customer_id</a:t>
            </a:r>
            <a:r>
              <a:rPr lang="en-US" sz="1800" dirty="0">
                <a:latin typeface="Aptos Mono" panose="020B0009020202020204" pitchFamily="49" charset="0"/>
              </a:rPr>
              <a:t> JOIN </a:t>
            </a:r>
            <a:r>
              <a:rPr lang="en-US" sz="1800" dirty="0" err="1">
                <a:latin typeface="Aptos Mono" panose="020B0009020202020204" pitchFamily="49" charset="0"/>
              </a:rPr>
              <a:t>order_line</a:t>
            </a:r>
            <a:r>
              <a:rPr lang="en-US" sz="1800" dirty="0">
                <a:latin typeface="Aptos Mono" panose="020B0009020202020204" pitchFamily="49" charset="0"/>
              </a:rPr>
              <a:t> </a:t>
            </a:r>
            <a:r>
              <a:rPr lang="en-US" sz="1800" dirty="0" err="1">
                <a:latin typeface="Aptos Mono" panose="020B0009020202020204" pitchFamily="49" charset="0"/>
              </a:rPr>
              <a:t>ol</a:t>
            </a:r>
            <a:r>
              <a:rPr lang="en-US" sz="1800" dirty="0">
                <a:latin typeface="Aptos Mono" panose="020B0009020202020204" pitchFamily="49" charset="0"/>
              </a:rPr>
              <a:t> ON </a:t>
            </a:r>
            <a:r>
              <a:rPr lang="en-US" sz="1800" dirty="0" err="1">
                <a:latin typeface="Aptos Mono" panose="020B0009020202020204" pitchFamily="49" charset="0"/>
              </a:rPr>
              <a:t>co.order_id</a:t>
            </a:r>
            <a:r>
              <a:rPr lang="en-US" sz="1800" dirty="0">
                <a:latin typeface="Aptos Mono" panose="020B0009020202020204" pitchFamily="49" charset="0"/>
              </a:rPr>
              <a:t> = </a:t>
            </a:r>
            <a:r>
              <a:rPr lang="en-US" sz="1800" dirty="0" err="1">
                <a:latin typeface="Aptos Mono" panose="020B0009020202020204" pitchFamily="49" charset="0"/>
              </a:rPr>
              <a:t>ol.order_id</a:t>
            </a:r>
            <a:r>
              <a:rPr lang="en-US" sz="1800" dirty="0">
                <a:latin typeface="Aptos Mono" panose="020B0009020202020204" pitchFamily="49" charset="0"/>
              </a:rPr>
              <a:t> GROUP BY </a:t>
            </a:r>
            <a:r>
              <a:rPr lang="en-US" sz="1800" dirty="0" err="1">
                <a:latin typeface="Aptos Mono" panose="020B0009020202020204" pitchFamily="49" charset="0"/>
              </a:rPr>
              <a:t>c.customer_id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c.first_name</a:t>
            </a:r>
            <a:r>
              <a:rPr lang="en-US" sz="1800" dirty="0">
                <a:latin typeface="Aptos Mono" panose="020B0009020202020204" pitchFamily="49" charset="0"/>
              </a:rPr>
              <a:t>, </a:t>
            </a:r>
            <a:r>
              <a:rPr lang="en-US" sz="1800" dirty="0" err="1">
                <a:latin typeface="Aptos Mono" panose="020B0009020202020204" pitchFamily="49" charset="0"/>
              </a:rPr>
              <a:t>c.last_name</a:t>
            </a:r>
            <a:endParaRPr lang="en-US" sz="18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Reason: The SQL query correctly calculates the total amount spent by each customer and displays the required columns: first name, last name, and total amount spent. The sample output matches the goal.</a:t>
            </a:r>
          </a:p>
          <a:p>
            <a:pPr marL="0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584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412F-1F90-B0CF-61E7-931F6103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F6550-1D4A-604B-3E22-349CC90F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43177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SELECT </a:t>
            </a:r>
            <a:r>
              <a:rPr lang="en-US" dirty="0" err="1">
                <a:latin typeface="Aptos Mono" panose="020B0009020202020204" pitchFamily="49" charset="0"/>
              </a:rPr>
              <a:t>c.first_name</a:t>
            </a:r>
            <a:r>
              <a:rPr lang="en-US" dirty="0">
                <a:latin typeface="Aptos Mono" panose="020B000902020202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     </a:t>
            </a:r>
            <a:r>
              <a:rPr lang="en-US" dirty="0" err="1">
                <a:latin typeface="Aptos Mono" panose="020B0009020202020204" pitchFamily="49" charset="0"/>
              </a:rPr>
              <a:t>c.last_name</a:t>
            </a:r>
            <a:r>
              <a:rPr lang="en-US" dirty="0">
                <a:latin typeface="Aptos Mono" panose="020B000902020202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     COALESCE(SUM(</a:t>
            </a:r>
            <a:r>
              <a:rPr lang="en-US" dirty="0" err="1">
                <a:latin typeface="Aptos Mono" panose="020B0009020202020204" pitchFamily="49" charset="0"/>
              </a:rPr>
              <a:t>ol.price</a:t>
            </a:r>
            <a:r>
              <a:rPr lang="en-US" dirty="0">
                <a:latin typeface="Aptos Mono" panose="020B0009020202020204" pitchFamily="49" charset="0"/>
              </a:rPr>
              <a:t>), 0) AS </a:t>
            </a:r>
            <a:r>
              <a:rPr lang="en-US" dirty="0" err="1">
                <a:latin typeface="Aptos Mono" panose="020B0009020202020204" pitchFamily="49" charset="0"/>
              </a:rPr>
              <a:t>total_amount_spent</a:t>
            </a:r>
            <a:endParaRPr lang="en-US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FROM customer c</a:t>
            </a: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JOIN </a:t>
            </a:r>
            <a:r>
              <a:rPr lang="en-US" dirty="0" err="1">
                <a:latin typeface="Aptos Mono" panose="020B0009020202020204" pitchFamily="49" charset="0"/>
              </a:rPr>
              <a:t>cust_order</a:t>
            </a:r>
            <a:r>
              <a:rPr lang="en-US" dirty="0">
                <a:latin typeface="Aptos Mono" panose="020B0009020202020204" pitchFamily="49" charset="0"/>
              </a:rPr>
              <a:t> co</a:t>
            </a: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  ON </a:t>
            </a:r>
            <a:r>
              <a:rPr lang="en-US" dirty="0" err="1">
                <a:latin typeface="Aptos Mono" panose="020B0009020202020204" pitchFamily="49" charset="0"/>
              </a:rPr>
              <a:t>c.customer_id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co.customer_id</a:t>
            </a:r>
            <a:endParaRPr lang="en-US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JOIN </a:t>
            </a:r>
            <a:r>
              <a:rPr lang="en-US" dirty="0" err="1">
                <a:latin typeface="Aptos Mono" panose="020B0009020202020204" pitchFamily="49" charset="0"/>
              </a:rPr>
              <a:t>order_line</a:t>
            </a:r>
            <a:r>
              <a:rPr lang="en-US" dirty="0">
                <a:latin typeface="Aptos Mono" panose="020B0009020202020204" pitchFamily="49" charset="0"/>
              </a:rPr>
              <a:t> </a:t>
            </a:r>
            <a:r>
              <a:rPr lang="en-US" dirty="0" err="1">
                <a:latin typeface="Aptos Mono" panose="020B0009020202020204" pitchFamily="49" charset="0"/>
              </a:rPr>
              <a:t>ol</a:t>
            </a:r>
            <a:endParaRPr lang="en-US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   ON </a:t>
            </a:r>
            <a:r>
              <a:rPr lang="en-US" dirty="0" err="1">
                <a:latin typeface="Aptos Mono" panose="020B0009020202020204" pitchFamily="49" charset="0"/>
              </a:rPr>
              <a:t>co.order_id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ol.order_id</a:t>
            </a:r>
            <a:endParaRPr lang="en-US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 GROUP BY </a:t>
            </a:r>
            <a:r>
              <a:rPr lang="en-US" dirty="0" err="1">
                <a:latin typeface="Aptos Mono" panose="020B0009020202020204" pitchFamily="49" charset="0"/>
              </a:rPr>
              <a:t>c.customer_id</a:t>
            </a:r>
            <a:r>
              <a:rPr lang="en-US" dirty="0">
                <a:latin typeface="Aptos Mono" panose="020B0009020202020204" pitchFamily="49" charset="0"/>
              </a:rPr>
              <a:t>, </a:t>
            </a:r>
            <a:r>
              <a:rPr lang="en-US" dirty="0" err="1">
                <a:latin typeface="Aptos Mono" panose="020B0009020202020204" pitchFamily="49" charset="0"/>
              </a:rPr>
              <a:t>c.first_name</a:t>
            </a:r>
            <a:r>
              <a:rPr lang="en-US" dirty="0">
                <a:latin typeface="Aptos Mono" panose="020B0009020202020204" pitchFamily="49" charset="0"/>
              </a:rPr>
              <a:t>, </a:t>
            </a:r>
            <a:r>
              <a:rPr lang="en-US" dirty="0" err="1">
                <a:latin typeface="Aptos Mono" panose="020B0009020202020204" pitchFamily="49" charset="0"/>
              </a:rPr>
              <a:t>c.last_name</a:t>
            </a:r>
            <a:r>
              <a:rPr lang="en-US" dirty="0">
                <a:latin typeface="Aptos Mono" panose="020B0009020202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27278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B598-AEBC-83AB-E405-BB95430A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82C3-4377-E302-B1B7-22C47E812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columns + metric: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total spent</a:t>
            </a:r>
          </a:p>
          <a:p>
            <a:r>
              <a:rPr lang="en-US" b="1" dirty="0"/>
              <a:t>Join path:</a:t>
            </a:r>
            <a:r>
              <a:rPr lang="en-US" dirty="0"/>
              <a:t> customer → </a:t>
            </a:r>
            <a:r>
              <a:rPr lang="en-US" dirty="0" err="1"/>
              <a:t>cust_order</a:t>
            </a:r>
            <a:r>
              <a:rPr lang="en-US" dirty="0"/>
              <a:t> → </a:t>
            </a:r>
            <a:r>
              <a:rPr lang="en-US" dirty="0" err="1"/>
              <a:t>order_line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(inner joins: only customers with orders)</a:t>
            </a:r>
          </a:p>
          <a:p>
            <a:r>
              <a:rPr lang="en-US" b="1" dirty="0"/>
              <a:t>Aggregation:</a:t>
            </a:r>
            <a:r>
              <a:rPr lang="en-US" dirty="0"/>
              <a:t> GROUP BY customer; SUM(price) computes spend</a:t>
            </a:r>
          </a:p>
          <a:p>
            <a:r>
              <a:rPr lang="en-US" b="1" dirty="0"/>
              <a:t>COALESCE:</a:t>
            </a:r>
            <a:r>
              <a:rPr lang="en-US" dirty="0"/>
              <a:t> standard “show 0 not NULL” pattern (defensive here)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57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0304-FF2B-E253-3C50-EED77174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F527A-F0A8-DE61-A5AE-87A92459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223284"/>
            <a:ext cx="11206716" cy="6358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Goal&gt; List all books that have been translated into more than two languages. Display the book title and the number of languages it's available in, using '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' as the alias for the count.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--- Planner ---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1. Join the 'book' table with the '</a:t>
            </a:r>
            <a:r>
              <a:rPr lang="en-US" sz="2000" dirty="0" err="1">
                <a:latin typeface="Aptos Mono" panose="020B0009020202020204" pitchFamily="49" charset="0"/>
              </a:rPr>
              <a:t>book_language</a:t>
            </a:r>
            <a:r>
              <a:rPr lang="en-US" sz="2000" dirty="0">
                <a:latin typeface="Aptos Mono" panose="020B0009020202020204" pitchFamily="49" charset="0"/>
              </a:rPr>
              <a:t>' table on '</a:t>
            </a:r>
            <a:r>
              <a:rPr lang="en-US" sz="2000" dirty="0" err="1">
                <a:latin typeface="Aptos Mono" panose="020B0009020202020204" pitchFamily="49" charset="0"/>
              </a:rPr>
              <a:t>language_id</a:t>
            </a:r>
            <a:r>
              <a:rPr lang="en-US" sz="2000" dirty="0">
                <a:latin typeface="Aptos Mono" panose="020B0009020202020204" pitchFamily="49" charset="0"/>
              </a:rPr>
              <a:t>'.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2. Group by '</a:t>
            </a:r>
            <a:r>
              <a:rPr lang="en-US" sz="2000" dirty="0" err="1">
                <a:latin typeface="Aptos Mono" panose="020B0009020202020204" pitchFamily="49" charset="0"/>
              </a:rPr>
              <a:t>book_id</a:t>
            </a:r>
            <a:r>
              <a:rPr lang="en-US" sz="2000" dirty="0">
                <a:latin typeface="Aptos Mono" panose="020B0009020202020204" pitchFamily="49" charset="0"/>
              </a:rPr>
              <a:t>' and 'title' to count the number of distinct languages each book is available in.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3. Filter the results to include only books with a language count greater than two.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4. Select the 'title' and the count of languages as '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'.</a:t>
            </a:r>
          </a:p>
        </p:txBody>
      </p:sp>
    </p:spTree>
    <p:extLst>
      <p:ext uri="{BB962C8B-B14F-4D97-AF65-F5344CB8AC3E}">
        <p14:creationId xmlns:p14="http://schemas.microsoft.com/office/powerpoint/2010/main" val="3385851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D4A6-45D3-68EA-7957-45BAF97B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8919-2271-6B66-71C7-CEB1D3FF6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223284"/>
            <a:ext cx="11206716" cy="63582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--- Iteration 1: SQL Writer ---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Proposed SQL: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SELECT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r>
              <a:rPr lang="en-US" sz="2000" dirty="0">
                <a:latin typeface="Aptos Mono" panose="020B0009020202020204" pitchFamily="49" charset="0"/>
              </a:rPr>
              <a:t>, COUNT(DISTINCT </a:t>
            </a:r>
            <a:r>
              <a:rPr lang="en-US" sz="2000" dirty="0" err="1">
                <a:latin typeface="Aptos Mono" panose="020B0009020202020204" pitchFamily="49" charset="0"/>
              </a:rPr>
              <a:t>b.language_id</a:t>
            </a:r>
            <a:r>
              <a:rPr lang="en-US" sz="2000" dirty="0">
                <a:latin typeface="Aptos Mono" panose="020B0009020202020204" pitchFamily="49" charset="0"/>
              </a:rPr>
              <a:t>) AS 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 FROM book b GROUP BY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r>
              <a:rPr lang="en-US" sz="2000" dirty="0">
                <a:latin typeface="Aptos Mono" panose="020B0009020202020204" pitchFamily="49" charset="0"/>
              </a:rPr>
              <a:t> HAVING COUNT(DISTINCT </a:t>
            </a:r>
            <a:r>
              <a:rPr lang="en-US" sz="2000" dirty="0" err="1">
                <a:latin typeface="Aptos Mono" panose="020B0009020202020204" pitchFamily="49" charset="0"/>
              </a:rPr>
              <a:t>b.language_id</a:t>
            </a:r>
            <a:r>
              <a:rPr lang="en-US" sz="2000" dirty="0">
                <a:latin typeface="Aptos Mono" panose="020B0009020202020204" pitchFamily="49" charset="0"/>
              </a:rPr>
              <a:t>) &gt; 2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Preview: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+---------------------------------+----------------+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title                           | 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+---------------------------------+----------------+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A Tale of Two Cities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Artemis Fowl (Artemis Fowl  #1)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Frankenstein        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Glamorama           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Open House          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Pedro Páramo        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Sahara (Dirk Pitt  #11)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| V.                              | 3              |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+---------------------------------+----------------+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(previewed 8 rows; total reported/estimated: 8)</a:t>
            </a:r>
          </a:p>
        </p:txBody>
      </p:sp>
    </p:spTree>
    <p:extLst>
      <p:ext uri="{BB962C8B-B14F-4D97-AF65-F5344CB8AC3E}">
        <p14:creationId xmlns:p14="http://schemas.microsoft.com/office/powerpoint/2010/main" val="370768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C605-0C1C-AF40-0A72-BF22CAD2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5955-456D-DD63-3D49-E5E9F6951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223284"/>
            <a:ext cx="11206716" cy="6358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--- Verifier ---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Reason: The SQL query correctly lists books translated into more than two languages, displaying the book title and the number of languages using the alias '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'. The sample output matches the goal requirements.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=== RESULT ===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SQL: SELECT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r>
              <a:rPr lang="en-US" sz="2000" dirty="0">
                <a:latin typeface="Aptos Mono" panose="020B0009020202020204" pitchFamily="49" charset="0"/>
              </a:rPr>
              <a:t>, COUNT(DISTINCT </a:t>
            </a:r>
            <a:r>
              <a:rPr lang="en-US" sz="2000" dirty="0" err="1">
                <a:latin typeface="Aptos Mono" panose="020B0009020202020204" pitchFamily="49" charset="0"/>
              </a:rPr>
              <a:t>b.language_id</a:t>
            </a:r>
            <a:r>
              <a:rPr lang="en-US" sz="2000" dirty="0">
                <a:latin typeface="Aptos Mono" panose="020B0009020202020204" pitchFamily="49" charset="0"/>
              </a:rPr>
              <a:t>) AS 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 FROM book b GROUP BY </a:t>
            </a:r>
            <a:r>
              <a:rPr lang="en-US" sz="2000" dirty="0" err="1">
                <a:latin typeface="Aptos Mono" panose="020B0009020202020204" pitchFamily="49" charset="0"/>
              </a:rPr>
              <a:t>b.title</a:t>
            </a:r>
            <a:r>
              <a:rPr lang="en-US" sz="2000" dirty="0">
                <a:latin typeface="Aptos Mono" panose="020B0009020202020204" pitchFamily="49" charset="0"/>
              </a:rPr>
              <a:t> HAVING COUNT(DISTINCT </a:t>
            </a:r>
            <a:r>
              <a:rPr lang="en-US" sz="2000" dirty="0" err="1">
                <a:latin typeface="Aptos Mono" panose="020B0009020202020204" pitchFamily="49" charset="0"/>
              </a:rPr>
              <a:t>b.language_id</a:t>
            </a:r>
            <a:r>
              <a:rPr lang="en-US" sz="2000" dirty="0">
                <a:latin typeface="Aptos Mono" panose="020B0009020202020204" pitchFamily="49" charset="0"/>
              </a:rPr>
              <a:t>) &gt; 2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Decision: accept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Reason: The SQL query correctly lists books translated into more than two languages, displaying the book title and the number of languages using the alias '</a:t>
            </a:r>
            <a:r>
              <a:rPr lang="en-US" sz="2000" dirty="0" err="1">
                <a:latin typeface="Aptos Mono" panose="020B0009020202020204" pitchFamily="49" charset="0"/>
              </a:rPr>
              <a:t>language_count</a:t>
            </a:r>
            <a:r>
              <a:rPr lang="en-US" sz="2000" dirty="0">
                <a:latin typeface="Aptos Mono" panose="020B0009020202020204" pitchFamily="49" charset="0"/>
              </a:rPr>
              <a:t>'. The sample output matches the goal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874603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E4CF-5A13-3E41-3A97-8ACA220E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D4D2-1EB5-1DB0-FE04-FAD086226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Grouping by </a:t>
            </a:r>
            <a:r>
              <a:rPr lang="en-US" dirty="0" err="1"/>
              <a:t>book_id</a:t>
            </a:r>
            <a:r>
              <a:rPr lang="en-US" dirty="0"/>
              <a:t> answers “per row,” not “per title”</a:t>
            </a:r>
          </a:p>
          <a:p>
            <a:r>
              <a:rPr lang="en-US" dirty="0"/>
              <a:t>Each row has one </a:t>
            </a:r>
            <a:r>
              <a:rPr lang="en-US" dirty="0" err="1"/>
              <a:t>language_id</a:t>
            </a:r>
            <a:endParaRPr lang="en-US" dirty="0"/>
          </a:p>
          <a:p>
            <a:r>
              <a:rPr lang="en-US" dirty="0"/>
              <a:t>Then the count becomes 1, and nothing passes the &gt; 2 filter!</a:t>
            </a:r>
          </a:p>
          <a:p>
            <a:r>
              <a:rPr lang="en-US" dirty="0"/>
              <a:t>Fix: group by the entity you’re measuring (in this case, title)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15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6778-5673-84E7-0BD0-6EEF9AD1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Design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0194-956A-6180-E008-662E6F82E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1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BE5D-EDD4-62AD-5AC7-0F2CA650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PRINT PRINT! </a:t>
            </a:r>
            <a:br>
              <a:rPr lang="en-US" dirty="0"/>
            </a:br>
            <a:r>
              <a:rPr lang="en-US" dirty="0"/>
              <a:t>Result → Query →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40D85-D83F-64A9-0969-BC94C539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4223"/>
            <a:ext cx="10515600" cy="3752740"/>
          </a:xfrm>
        </p:spPr>
        <p:txBody>
          <a:bodyPr/>
          <a:lstStyle/>
          <a:p>
            <a:r>
              <a:rPr lang="en-US" b="1" dirty="0"/>
              <a:t>Show</a:t>
            </a:r>
            <a:r>
              <a:rPr lang="en-US" dirty="0"/>
              <a:t> result set (what the question asks)</a:t>
            </a:r>
          </a:p>
          <a:p>
            <a:r>
              <a:rPr lang="en-US" b="1" dirty="0"/>
              <a:t>Reveal</a:t>
            </a:r>
            <a:r>
              <a:rPr lang="en-US" dirty="0"/>
              <a:t> the SQL that produces it</a:t>
            </a:r>
          </a:p>
          <a:p>
            <a:r>
              <a:rPr lang="en-US" b="1" dirty="0"/>
              <a:t>Reveal</a:t>
            </a:r>
            <a:r>
              <a:rPr lang="en-US" dirty="0"/>
              <a:t> Plan → SQL Writer → Verifier </a:t>
            </a:r>
            <a:r>
              <a:rPr lang="en-US" b="1" dirty="0"/>
              <a:t>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76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83C-F2D4-692B-73FD-676F1D54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contracts (framework)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E29B-E57C-7834-D192-5860EB8E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 contract:  </a:t>
            </a:r>
            <a:r>
              <a:rPr lang="en-US" dirty="0"/>
              <a:t>schema for the </a:t>
            </a:r>
            <a:r>
              <a:rPr lang="en-US" i="1" dirty="0"/>
              <a:t>ask</a:t>
            </a:r>
            <a:r>
              <a:rPr lang="en-US" dirty="0"/>
              <a:t> (fields, types, examples)</a:t>
            </a:r>
          </a:p>
          <a:p>
            <a:r>
              <a:rPr lang="en-US" b="1" dirty="0"/>
              <a:t>Tool contract:  </a:t>
            </a:r>
            <a:r>
              <a:rPr lang="en-US" dirty="0"/>
              <a:t>allow-listed actions (one SELECT, RO DB)</a:t>
            </a:r>
          </a:p>
          <a:p>
            <a:r>
              <a:rPr lang="en-US" b="1" dirty="0"/>
              <a:t>Output contract:</a:t>
            </a:r>
            <a:r>
              <a:rPr lang="en-US" dirty="0"/>
              <a:t>  verifier checks </a:t>
            </a:r>
            <a:br>
              <a:rPr lang="en-US" dirty="0"/>
            </a:br>
            <a:r>
              <a:rPr lang="en-US" dirty="0"/>
              <a:t>(columns, aliases, non-empty when implied, limits sorted)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these contracts make the loop predictable</a:t>
            </a:r>
          </a:p>
        </p:txBody>
      </p:sp>
    </p:spTree>
    <p:extLst>
      <p:ext uri="{BB962C8B-B14F-4D97-AF65-F5344CB8AC3E}">
        <p14:creationId xmlns:p14="http://schemas.microsoft.com/office/powerpoint/2010/main" val="277802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77DA-43FF-3E86-B7B3-E46B831D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envelope (seatbelts)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EADC-154C-1619-4A62-254B1ED3C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Read-only DB user</a:t>
            </a:r>
          </a:p>
          <a:p>
            <a:r>
              <a:rPr lang="en-US" dirty="0"/>
              <a:t>Single-statement validator</a:t>
            </a:r>
          </a:p>
          <a:p>
            <a:r>
              <a:rPr lang="en-US" dirty="0"/>
              <a:t>Timeout on DB conn 		(e.g., 500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lang="en-US" dirty="0"/>
              <a:t>Small previews 			(e.g., 10 rows)</a:t>
            </a:r>
          </a:p>
          <a:p>
            <a:r>
              <a:rPr lang="en-US" dirty="0"/>
              <a:t>Low temperature 		(e.g., 0.2)</a:t>
            </a:r>
          </a:p>
          <a:p>
            <a:r>
              <a:rPr lang="en-US" dirty="0"/>
              <a:t>Refuse destructive goals	(UPDATE, DELETE, etc.; user intent)</a:t>
            </a:r>
          </a:p>
          <a:p>
            <a:r>
              <a:rPr lang="en-US" dirty="0"/>
              <a:t>Log and review everything	(dashboard, log files)</a:t>
            </a:r>
          </a:p>
          <a:p>
            <a:pPr marL="0" indent="0" algn="ctr">
              <a:buNone/>
            </a:pPr>
            <a:r>
              <a:rPr lang="en-US" b="1" dirty="0"/>
              <a:t>environment shaping &gt; prompt heroics </a:t>
            </a:r>
            <a:r>
              <a:rPr lang="en-US" dirty="0"/>
              <a:t>(or 000s of regex!)</a:t>
            </a:r>
          </a:p>
        </p:txBody>
      </p:sp>
    </p:spTree>
    <p:extLst>
      <p:ext uri="{BB962C8B-B14F-4D97-AF65-F5344CB8AC3E}">
        <p14:creationId xmlns:p14="http://schemas.microsoft.com/office/powerpoint/2010/main" val="403245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EDA0-71C2-18CC-2A8A-465DFE05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Pitfalls encountered (and how to fix)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253BA-31BC-5A3E-F813-05AACB315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IN with NULLs → use NOT EXISTS / LEFT anti</a:t>
            </a:r>
          </a:p>
          <a:p>
            <a:r>
              <a:rPr lang="en-US" dirty="0"/>
              <a:t>Grouping by surrogate keys → group by natural keys</a:t>
            </a:r>
          </a:p>
          <a:p>
            <a:r>
              <a:rPr lang="en-US" dirty="0"/>
              <a:t>Empty sample “accepted” → stricter verifier rules</a:t>
            </a:r>
          </a:p>
          <a:p>
            <a:r>
              <a:rPr lang="en-US" dirty="0"/>
              <a:t>Cursor not drained → buffered 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8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839AD-C77D-5A0D-4D2F-79CC46BE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4" y="170120"/>
            <a:ext cx="11546959" cy="6687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goal = </a:t>
            </a:r>
            <a:r>
              <a:rPr lang="en-US" sz="2000" dirty="0" err="1">
                <a:latin typeface="Aptos Mono" panose="020B0009020202020204" pitchFamily="49" charset="0"/>
              </a:rPr>
              <a:t>parse_goal</a:t>
            </a:r>
            <a:r>
              <a:rPr lang="en-US" sz="2000" dirty="0">
                <a:latin typeface="Aptos Mono" panose="020B0009020202020204" pitchFamily="49" charset="0"/>
              </a:rPr>
              <a:t>(</a:t>
            </a:r>
            <a:r>
              <a:rPr lang="en-US" sz="2000" dirty="0" err="1">
                <a:latin typeface="Aptos Mono" panose="020B0009020202020204" pitchFamily="49" charset="0"/>
              </a:rPr>
              <a:t>user_text</a:t>
            </a:r>
            <a:r>
              <a:rPr lang="en-US" sz="2000" dirty="0">
                <a:latin typeface="Aptos Mono" panose="020B0009020202020204" pitchFamily="49" charset="0"/>
              </a:rPr>
              <a:t>, schema=</a:t>
            </a:r>
            <a:r>
              <a:rPr lang="en-US" sz="2000" dirty="0" err="1">
                <a:latin typeface="Aptos Mono" panose="020B0009020202020204" pitchFamily="49" charset="0"/>
              </a:rPr>
              <a:t>GoalModel</a:t>
            </a:r>
            <a:r>
              <a:rPr lang="en-US" sz="2000" dirty="0">
                <a:latin typeface="Aptos Mono" panose="020B0009020202020204" pitchFamily="49" charset="0"/>
              </a:rPr>
              <a:t>)          # goal contract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plan = planner(goal, kb=</a:t>
            </a:r>
            <a:r>
              <a:rPr lang="en-US" sz="2000" dirty="0" err="1">
                <a:latin typeface="Aptos Mono" panose="020B0009020202020204" pitchFamily="49" charset="0"/>
              </a:rPr>
              <a:t>schema_hint</a:t>
            </a:r>
            <a:r>
              <a:rPr lang="en-US" sz="2000" dirty="0">
                <a:latin typeface="Aptos Mono" panose="020B0009020202020204" pitchFamily="49" charset="0"/>
              </a:rPr>
              <a:t>())                  # 1–3 steps</a:t>
            </a:r>
          </a:p>
          <a:p>
            <a:pPr marL="0" indent="0">
              <a:buNone/>
            </a:pPr>
            <a:r>
              <a:rPr lang="en-US" sz="2000" dirty="0" err="1">
                <a:latin typeface="Aptos Mono" panose="020B0009020202020204" pitchFamily="49" charset="0"/>
              </a:rPr>
              <a:t>sql</a:t>
            </a:r>
            <a:r>
              <a:rPr lang="en-US" sz="2000" dirty="0">
                <a:latin typeface="Aptos Mono" panose="020B0009020202020204" pitchFamily="49" charset="0"/>
              </a:rPr>
              <a:t>  = </a:t>
            </a:r>
            <a:r>
              <a:rPr lang="en-US" sz="2000" dirty="0" err="1">
                <a:latin typeface="Aptos Mono" panose="020B0009020202020204" pitchFamily="49" charset="0"/>
              </a:rPr>
              <a:t>sql_writer</a:t>
            </a:r>
            <a:r>
              <a:rPr lang="en-US" sz="2000" dirty="0">
                <a:latin typeface="Aptos Mono" panose="020B0009020202020204" pitchFamily="49" charset="0"/>
              </a:rPr>
              <a:t>(plan, kb=</a:t>
            </a:r>
            <a:r>
              <a:rPr lang="en-US" sz="2000" dirty="0" err="1">
                <a:latin typeface="Aptos Mono" panose="020B0009020202020204" pitchFamily="49" charset="0"/>
              </a:rPr>
              <a:t>schema_hint</a:t>
            </a:r>
            <a:r>
              <a:rPr lang="en-US" sz="2000" dirty="0">
                <a:latin typeface="Aptos Mono" panose="020B0009020202020204" pitchFamily="49" charset="0"/>
              </a:rPr>
              <a:t>())               # one SELECT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ok, preview, err, </a:t>
            </a:r>
            <a:r>
              <a:rPr lang="en-US" sz="2000" dirty="0" err="1">
                <a:latin typeface="Aptos Mono" panose="020B0009020202020204" pitchFamily="49" charset="0"/>
              </a:rPr>
              <a:t>ms</a:t>
            </a:r>
            <a:r>
              <a:rPr lang="en-US" sz="2000" dirty="0">
                <a:latin typeface="Aptos Mono" panose="020B0009020202020204" pitchFamily="49" charset="0"/>
              </a:rPr>
              <a:t> = executor(</a:t>
            </a:r>
            <a:r>
              <a:rPr lang="en-US" sz="2000" dirty="0" err="1">
                <a:latin typeface="Aptos Mono" panose="020B0009020202020204" pitchFamily="49" charset="0"/>
              </a:rPr>
              <a:t>sql</a:t>
            </a:r>
            <a:r>
              <a:rPr lang="en-US" sz="2000" dirty="0">
                <a:latin typeface="Aptos Mono" panose="020B0009020202020204" pitchFamily="49" charset="0"/>
              </a:rPr>
              <a:t>, </a:t>
            </a:r>
            <a:r>
              <a:rPr lang="en-US" sz="2000" dirty="0" err="1">
                <a:latin typeface="Aptos Mono" panose="020B0009020202020204" pitchFamily="49" charset="0"/>
              </a:rPr>
              <a:t>readonly</a:t>
            </a:r>
            <a:r>
              <a:rPr lang="en-US" sz="2000" dirty="0">
                <a:latin typeface="Aptos Mono" panose="020B0009020202020204" pitchFamily="49" charset="0"/>
              </a:rPr>
              <a:t>=True)     # run safely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verdict = verifier(goal, </a:t>
            </a:r>
            <a:r>
              <a:rPr lang="en-US" sz="2000" dirty="0" err="1">
                <a:latin typeface="Aptos Mono" panose="020B0009020202020204" pitchFamily="49" charset="0"/>
              </a:rPr>
              <a:t>sql</a:t>
            </a:r>
            <a:r>
              <a:rPr lang="en-US" sz="2000" dirty="0">
                <a:latin typeface="Aptos Mono" panose="020B0009020202020204" pitchFamily="49" charset="0"/>
              </a:rPr>
              <a:t>, preview, err)             # output contract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if </a:t>
            </a:r>
            <a:r>
              <a:rPr lang="en-US" sz="2000" dirty="0" err="1">
                <a:latin typeface="Aptos Mono" panose="020B0009020202020204" pitchFamily="49" charset="0"/>
              </a:rPr>
              <a:t>verdict.action</a:t>
            </a:r>
            <a:r>
              <a:rPr lang="en-US" sz="2000" dirty="0">
                <a:latin typeface="Aptos Mono" panose="020B0009020202020204" pitchFamily="49" charset="0"/>
              </a:rPr>
              <a:t> == "accept":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show(preview, </a:t>
            </a:r>
            <a:r>
              <a:rPr lang="en-US" sz="2000" dirty="0" err="1">
                <a:latin typeface="Aptos Mono" panose="020B0009020202020204" pitchFamily="49" charset="0"/>
              </a:rPr>
              <a:t>ms</a:t>
            </a:r>
            <a:r>
              <a:rPr lang="en-US" sz="2000" dirty="0">
                <a:latin typeface="Aptos Mono" panose="020B0009020202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Aptos Mono" panose="020B0009020202020204" pitchFamily="49" charset="0"/>
              </a:rPr>
              <a:t>elif</a:t>
            </a:r>
            <a:r>
              <a:rPr lang="en-US" sz="2000" dirty="0">
                <a:latin typeface="Aptos Mono" panose="020B0009020202020204" pitchFamily="49" charset="0"/>
              </a:rPr>
              <a:t> </a:t>
            </a:r>
            <a:r>
              <a:rPr lang="en-US" sz="2000" dirty="0" err="1">
                <a:latin typeface="Aptos Mono" panose="020B0009020202020204" pitchFamily="49" charset="0"/>
              </a:rPr>
              <a:t>verdict.action</a:t>
            </a:r>
            <a:r>
              <a:rPr lang="en-US" sz="2000" dirty="0">
                <a:latin typeface="Aptos Mono" panose="020B0009020202020204" pitchFamily="49" charset="0"/>
              </a:rPr>
              <a:t> == "revise":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plan = updater(plan, </a:t>
            </a:r>
            <a:r>
              <a:rPr lang="en-US" sz="2000" dirty="0" err="1">
                <a:latin typeface="Aptos Mono" panose="020B0009020202020204" pitchFamily="49" charset="0"/>
              </a:rPr>
              <a:t>verdict.issues</a:t>
            </a:r>
            <a:r>
              <a:rPr lang="en-US" sz="2000" dirty="0">
                <a:latin typeface="Aptos Mono" panose="020B0009020202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</a:t>
            </a:r>
            <a:r>
              <a:rPr lang="en-US" sz="2000" dirty="0" err="1">
                <a:latin typeface="Aptos Mono" panose="020B0009020202020204" pitchFamily="49" charset="0"/>
              </a:rPr>
              <a:t>sql</a:t>
            </a:r>
            <a:r>
              <a:rPr lang="en-US" sz="2000" dirty="0">
                <a:latin typeface="Aptos Mono" panose="020B0009020202020204" pitchFamily="49" charset="0"/>
              </a:rPr>
              <a:t>  = </a:t>
            </a:r>
            <a:r>
              <a:rPr lang="en-US" sz="2000" dirty="0" err="1">
                <a:latin typeface="Aptos Mono" panose="020B0009020202020204" pitchFamily="49" charset="0"/>
              </a:rPr>
              <a:t>sql_writer</a:t>
            </a:r>
            <a:r>
              <a:rPr lang="en-US" sz="2000" dirty="0">
                <a:latin typeface="Aptos Mono" panose="020B0009020202020204" pitchFamily="49" charset="0"/>
              </a:rPr>
              <a:t>(plan, kb=</a:t>
            </a:r>
            <a:r>
              <a:rPr lang="en-US" sz="2000" dirty="0" err="1">
                <a:latin typeface="Aptos Mono" panose="020B0009020202020204" pitchFamily="49" charset="0"/>
              </a:rPr>
              <a:t>schema_hint</a:t>
            </a:r>
            <a:r>
              <a:rPr lang="en-US" sz="2000" dirty="0">
                <a:latin typeface="Aptos Mono" panose="020B000902020202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# loop bounded: N&lt;=3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else:</a:t>
            </a:r>
          </a:p>
          <a:p>
            <a:pPr marL="0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say("can’t answer safely")</a:t>
            </a:r>
          </a:p>
          <a:p>
            <a:pPr marL="0" indent="0">
              <a:buNone/>
            </a:pPr>
            <a:endParaRPr lang="en-US" sz="20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896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432B-9A1C-5E8F-D278-F7489ED7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agent all your 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8A5A5-459C-C164-7FEF-8CB446052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Demo to Mini-Capstone?</a:t>
            </a:r>
          </a:p>
        </p:txBody>
      </p:sp>
    </p:spTree>
    <p:extLst>
      <p:ext uri="{BB962C8B-B14F-4D97-AF65-F5344CB8AC3E}">
        <p14:creationId xmlns:p14="http://schemas.microsoft.com/office/powerpoint/2010/main" val="2571778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318D-20F3-694B-B3E3-A043A8DC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Design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4C22-45DA-D23F-CFF2-EB2AAAE0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title + 2 example goals</a:t>
            </a:r>
          </a:p>
          <a:p>
            <a:r>
              <a:rPr lang="en-US" dirty="0"/>
              <a:t>PEAS (Performance, Environment, Actuators, Sensors)</a:t>
            </a:r>
          </a:p>
          <a:p>
            <a:r>
              <a:rPr lang="en-US" dirty="0"/>
              <a:t>Data access + how you fetch schema/metadata</a:t>
            </a:r>
          </a:p>
          <a:p>
            <a:r>
              <a:rPr lang="en-US" dirty="0"/>
              <a:t>Tools (1–3) + safety rules</a:t>
            </a:r>
          </a:p>
          <a:p>
            <a:r>
              <a:rPr lang="en-US" dirty="0"/>
              <a:t>Output contract: acceptance checks</a:t>
            </a:r>
          </a:p>
          <a:p>
            <a:r>
              <a:rPr lang="en-US" dirty="0"/>
              <a:t>Telemetry: what you log + latency budget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Hint: This could be your mini-capstone scaffold!</a:t>
            </a:r>
          </a:p>
        </p:txBody>
      </p:sp>
    </p:spTree>
    <p:extLst>
      <p:ext uri="{BB962C8B-B14F-4D97-AF65-F5344CB8AC3E}">
        <p14:creationId xmlns:p14="http://schemas.microsoft.com/office/powerpoint/2010/main" val="2669174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7A04F-A8EB-75F2-5B1F-08527E9F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Check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5510-F801-0F99-92A2-47EFAEDB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“If goal says ‘top-K’, query includes ORDER BY + LIMIT K.”</a:t>
            </a:r>
          </a:p>
          <a:p>
            <a:pPr marL="0" indent="0">
              <a:buNone/>
            </a:pPr>
            <a:r>
              <a:rPr lang="en-US" dirty="0"/>
              <a:t>“If goal implies rows exist, </a:t>
            </a:r>
            <a:r>
              <a:rPr lang="en-US" dirty="0" err="1"/>
              <a:t>preview.size</a:t>
            </a:r>
            <a:r>
              <a:rPr lang="en-US" dirty="0"/>
              <a:t> &gt; 0.”</a:t>
            </a:r>
          </a:p>
          <a:p>
            <a:pPr marL="0" indent="0">
              <a:buNone/>
            </a:pPr>
            <a:r>
              <a:rPr lang="en-US" dirty="0"/>
              <a:t>“All required columns present and non-NULL; aliases match.”</a:t>
            </a:r>
          </a:p>
          <a:p>
            <a:pPr marL="0" indent="0">
              <a:buNone/>
            </a:pPr>
            <a:r>
              <a:rPr lang="en-US" dirty="0"/>
              <a:t>“For aggregates, GROUP BY uses the entity being measured.”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2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F08D-9DA6-3C9C-9CD1-9385193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2AB3-C1AB-3210-FF48-4B85CB02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(35-45s each)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825F-3518-EC58-2BAF-95DEE4843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goal </a:t>
            </a:r>
          </a:p>
          <a:p>
            <a:r>
              <a:rPr lang="en-US" dirty="0"/>
              <a:t>PEAS environment</a:t>
            </a:r>
          </a:p>
          <a:p>
            <a:r>
              <a:rPr lang="en-US" dirty="0"/>
              <a:t>Data access plan</a:t>
            </a:r>
          </a:p>
          <a:p>
            <a:r>
              <a:rPr lang="en-US" dirty="0"/>
              <a:t>One acceptance check you’ll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06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1793-D9DA-1818-8F02-A09E5D92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A6AB8-D04B-E712-8D2B-4A133BC74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83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9A9-0309-D4A8-7036-68BCF5F8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Minimal Seatbelts (DB)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6D5D-D21B-4EFD-36F4-27560BA5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RO DB user 		1-stmt validator 		blocklist</a:t>
            </a:r>
          </a:p>
          <a:p>
            <a:pPr marL="0" indent="0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2s timeout  			buffered cursor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Live schema hint    		low temp 			bounded iters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Structured JSON     		pre-flight goal screen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9941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4E2C-3E92-D20E-EC7D-979A5395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B02B-E83B-08BD-8CDE-7DDF0A447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Friday</a:t>
            </a:r>
            <a:r>
              <a:rPr lang="en-US" dirty="0"/>
              <a:t>: short quiz (agent concepts + </a:t>
            </a:r>
            <a:r>
              <a:rPr lang="en-US" dirty="0" err="1"/>
              <a:t>practicals</a:t>
            </a:r>
            <a:r>
              <a:rPr lang="en-US" dirty="0"/>
              <a:t>)</a:t>
            </a:r>
          </a:p>
          <a:p>
            <a:r>
              <a:rPr lang="en-US" dirty="0"/>
              <a:t>You can keep your </a:t>
            </a:r>
            <a:r>
              <a:rPr lang="en-US" b="1" dirty="0"/>
              <a:t>Agent Design Card</a:t>
            </a:r>
            <a:r>
              <a:rPr lang="en-US" dirty="0"/>
              <a:t> …</a:t>
            </a:r>
          </a:p>
          <a:p>
            <a:r>
              <a:rPr lang="en-US" dirty="0"/>
              <a:t>But turn in your </a:t>
            </a:r>
            <a:r>
              <a:rPr lang="en-US" b="1" dirty="0"/>
              <a:t>Project Proposal by Friday </a:t>
            </a:r>
            <a:r>
              <a:rPr lang="en-US" dirty="0"/>
              <a:t>at the latest.</a:t>
            </a:r>
          </a:p>
          <a:p>
            <a:r>
              <a:rPr lang="en-US" b="1" dirty="0"/>
              <a:t>Friday:</a:t>
            </a:r>
            <a:r>
              <a:rPr lang="en-US" dirty="0"/>
              <a:t> Incorporating RAG into agentic design</a:t>
            </a:r>
          </a:p>
          <a:p>
            <a:r>
              <a:rPr lang="en-US" b="1" dirty="0"/>
              <a:t>Monday:</a:t>
            </a:r>
            <a:r>
              <a:rPr lang="en-US" dirty="0"/>
              <a:t> </a:t>
            </a:r>
            <a:r>
              <a:rPr lang="en-US" b="1" dirty="0"/>
              <a:t>Tradeoffs</a:t>
            </a:r>
            <a:r>
              <a:rPr lang="en-US" dirty="0"/>
              <a:t> (local vs hosted, eval, telemetry, cost/latency)</a:t>
            </a:r>
          </a:p>
          <a:p>
            <a:r>
              <a:rPr lang="en-US" b="1" dirty="0">
                <a:solidFill>
                  <a:srgbClr val="C00000"/>
                </a:solidFill>
              </a:rPr>
              <a:t>Wednesday: Practical Test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39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2623</Words>
  <Application>Microsoft Macintosh PowerPoint</Application>
  <PresentationFormat>Widescreen</PresentationFormat>
  <Paragraphs>279</Paragraphs>
  <Slides>38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Aptos Mono</vt:lpstr>
      <vt:lpstr>Arial</vt:lpstr>
      <vt:lpstr>Office Theme</vt:lpstr>
      <vt:lpstr>Agents in Practice</vt:lpstr>
      <vt:lpstr>Today’s objective</vt:lpstr>
      <vt:lpstr>From Classical AI to LLM Agents</vt:lpstr>
      <vt:lpstr>PEAS for Our SQL Agent</vt:lpstr>
      <vt:lpstr>Minimal Agent Pattern</vt:lpstr>
      <vt:lpstr>Minimal loop (what the code does)</vt:lpstr>
      <vt:lpstr>Safety Envelope (minimal)</vt:lpstr>
      <vt:lpstr>KB and State</vt:lpstr>
      <vt:lpstr>Demo</vt:lpstr>
      <vt:lpstr>Demo: What to Watch</vt:lpstr>
      <vt:lpstr>PowerPoint Presentation</vt:lpstr>
      <vt:lpstr>PowerPoint Presentation</vt:lpstr>
      <vt:lpstr>PowerPoint Presentation</vt:lpstr>
      <vt:lpstr>Generated SQL Query</vt:lpstr>
      <vt:lpstr>Agent Loop (behind scenes look)</vt:lpstr>
      <vt:lpstr>What “NOT EXISTS” means</vt:lpstr>
      <vt:lpstr>PowerPoint Presentation</vt:lpstr>
      <vt:lpstr>PowerPoint Presentation</vt:lpstr>
      <vt:lpstr>PowerPoint Presentation</vt:lpstr>
      <vt:lpstr>Generated Query</vt:lpstr>
      <vt:lpstr>What to Notice</vt:lpstr>
      <vt:lpstr>PowerPoint Presentation</vt:lpstr>
      <vt:lpstr>PowerPoint Presentation</vt:lpstr>
      <vt:lpstr>PowerPoint Presentation</vt:lpstr>
      <vt:lpstr>Common Pitfall</vt:lpstr>
      <vt:lpstr>Agent Design Considerations</vt:lpstr>
      <vt:lpstr>PRINT PRINT PRINT!  Result → Query → Process</vt:lpstr>
      <vt:lpstr>The 3 contracts (framework)</vt:lpstr>
      <vt:lpstr>Safety envelope (seatbelts)</vt:lpstr>
      <vt:lpstr>Pitfalls encountered (and how to fix)</vt:lpstr>
      <vt:lpstr>PowerPoint Presentation</vt:lpstr>
      <vt:lpstr>An agent all your own</vt:lpstr>
      <vt:lpstr>Agent Design Card</vt:lpstr>
      <vt:lpstr>Acceptance Check Example</vt:lpstr>
      <vt:lpstr>Report (35-45s each)</vt:lpstr>
      <vt:lpstr>Conclusion</vt:lpstr>
      <vt:lpstr>Minimal Seatbelts (DB)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E. Allen</dc:creator>
  <cp:lastModifiedBy>Thomas E. Allen</cp:lastModifiedBy>
  <cp:revision>1</cp:revision>
  <dcterms:created xsi:type="dcterms:W3CDTF">2025-11-05T13:42:23Z</dcterms:created>
  <dcterms:modified xsi:type="dcterms:W3CDTF">2025-11-05T16:40:42Z</dcterms:modified>
</cp:coreProperties>
</file>